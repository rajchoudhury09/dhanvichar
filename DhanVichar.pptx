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302" r:id="rId6"/>
    <p:sldId id="303" r:id="rId7"/>
    <p:sldId id="307" r:id="rId8"/>
    <p:sldId id="312" r:id="rId9"/>
    <p:sldId id="313" r:id="rId10"/>
    <p:sldId id="314" r:id="rId11"/>
    <p:sldId id="315" r:id="rId12"/>
    <p:sldId id="316" r:id="rId13"/>
    <p:sldId id="317" r:id="rId14"/>
    <p:sldId id="285" r:id="rId15"/>
    <p:sldId id="30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1896" userDrawn="1">
          <p15:clr>
            <a:srgbClr val="A4A3A4"/>
          </p15:clr>
        </p15:guide>
        <p15:guide id="6" orient="horz" pos="3504" userDrawn="1">
          <p15:clr>
            <a:srgbClr val="A4A3A4"/>
          </p15:clr>
        </p15:guide>
        <p15:guide id="7"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388A6"/>
    <a:srgbClr val="09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95" autoAdjust="0"/>
  </p:normalViewPr>
  <p:slideViewPr>
    <p:cSldViewPr snapToGrid="0">
      <p:cViewPr varScale="1">
        <p:scale>
          <a:sx n="63" d="100"/>
          <a:sy n="63" d="100"/>
        </p:scale>
        <p:origin x="76" y="188"/>
      </p:cViewPr>
      <p:guideLst>
        <p:guide orient="horz" pos="1896"/>
        <p:guide orient="horz" pos="3504"/>
        <p:guide pos="3840"/>
      </p:guideLst>
    </p:cSldViewPr>
  </p:slideViewPr>
  <p:outlineViewPr>
    <p:cViewPr>
      <p:scale>
        <a:sx n="33" d="100"/>
        <a:sy n="33" d="100"/>
      </p:scale>
      <p:origin x="0" y="-2239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8" d="100"/>
          <a:sy n="48" d="100"/>
        </p:scale>
        <p:origin x="183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91941427592877E-2"/>
          <c:y val="0.14800966036790628"/>
          <c:w val="0.93616941437007872"/>
          <c:h val="0.76273592748917773"/>
        </c:manualLayout>
      </c:layout>
      <c:lineChart>
        <c:grouping val="stacked"/>
        <c:varyColors val="0"/>
        <c:ser>
          <c:idx val="0"/>
          <c:order val="0"/>
          <c:tx>
            <c:strRef>
              <c:f>Sheet1!$B$1</c:f>
              <c:strCache>
                <c:ptCount val="1"/>
                <c:pt idx="0">
                  <c:v>Retail Growth (%)</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Sheet1!$A$2:$A$11</c:f>
              <c:numCache>
                <c:formatCode>General</c:formatCode>
                <c:ptCount val="10"/>
                <c:pt idx="0">
                  <c:v>2016</c:v>
                </c:pt>
                <c:pt idx="1">
                  <c:v>2017</c:v>
                </c:pt>
                <c:pt idx="2">
                  <c:v>2018</c:v>
                </c:pt>
                <c:pt idx="3">
                  <c:v>2019</c:v>
                </c:pt>
                <c:pt idx="4">
                  <c:v>2020</c:v>
                </c:pt>
                <c:pt idx="5">
                  <c:v>2021</c:v>
                </c:pt>
                <c:pt idx="6">
                  <c:v>2022</c:v>
                </c:pt>
                <c:pt idx="7">
                  <c:v>2023</c:v>
                </c:pt>
                <c:pt idx="8">
                  <c:v>2024</c:v>
                </c:pt>
                <c:pt idx="9">
                  <c:v>2025</c:v>
                </c:pt>
              </c:numCache>
            </c:numRef>
          </c:cat>
          <c:val>
            <c:numRef>
              <c:f>Sheet1!$B$2:$B$11</c:f>
              <c:numCache>
                <c:formatCode>General</c:formatCode>
                <c:ptCount val="10"/>
                <c:pt idx="0">
                  <c:v>0</c:v>
                </c:pt>
                <c:pt idx="1">
                  <c:v>33</c:v>
                </c:pt>
                <c:pt idx="2">
                  <c:v>40</c:v>
                </c:pt>
                <c:pt idx="3">
                  <c:v>43</c:v>
                </c:pt>
                <c:pt idx="4">
                  <c:v>62.5</c:v>
                </c:pt>
                <c:pt idx="5">
                  <c:v>54</c:v>
                </c:pt>
                <c:pt idx="6">
                  <c:v>25</c:v>
                </c:pt>
                <c:pt idx="7">
                  <c:v>20</c:v>
                </c:pt>
                <c:pt idx="8">
                  <c:v>29</c:v>
                </c:pt>
                <c:pt idx="9">
                  <c:v>13</c:v>
                </c:pt>
              </c:numCache>
            </c:numRef>
          </c:val>
          <c:smooth val="0"/>
          <c:extLst>
            <c:ext xmlns:c16="http://schemas.microsoft.com/office/drawing/2014/chart" uri="{C3380CC4-5D6E-409C-BE32-E72D297353CC}">
              <c16:uniqueId val="{00000000-91EA-4B7C-AEF1-8E0F8BFB3A11}"/>
            </c:ext>
          </c:extLst>
        </c:ser>
        <c:ser>
          <c:idx val="1"/>
          <c:order val="1"/>
          <c:tx>
            <c:strRef>
              <c:f>Sheet1!$C$1</c:f>
              <c:strCache>
                <c:ptCount val="1"/>
                <c:pt idx="0">
                  <c:v>Broker Growth (%)</c:v>
                </c:pt>
              </c:strCache>
            </c:strRef>
          </c:tx>
          <c:spPr>
            <a:ln w="22225" cap="rnd">
              <a:solidFill>
                <a:schemeClr val="accent3"/>
              </a:solidFill>
              <a:round/>
            </a:ln>
            <a:effectLst/>
          </c:spPr>
          <c:marker>
            <c:symbol val="square"/>
            <c:size val="6"/>
            <c:spPr>
              <a:solidFill>
                <a:schemeClr val="accent3"/>
              </a:solidFill>
              <a:ln w="9525">
                <a:solidFill>
                  <a:schemeClr val="accent3"/>
                </a:solidFill>
                <a:round/>
              </a:ln>
              <a:effectLst/>
            </c:spPr>
          </c:marker>
          <c:cat>
            <c:numRef>
              <c:f>Sheet1!$A$2:$A$11</c:f>
              <c:numCache>
                <c:formatCode>General</c:formatCode>
                <c:ptCount val="10"/>
                <c:pt idx="0">
                  <c:v>2016</c:v>
                </c:pt>
                <c:pt idx="1">
                  <c:v>2017</c:v>
                </c:pt>
                <c:pt idx="2">
                  <c:v>2018</c:v>
                </c:pt>
                <c:pt idx="3">
                  <c:v>2019</c:v>
                </c:pt>
                <c:pt idx="4">
                  <c:v>2020</c:v>
                </c:pt>
                <c:pt idx="5">
                  <c:v>2021</c:v>
                </c:pt>
                <c:pt idx="6">
                  <c:v>2022</c:v>
                </c:pt>
                <c:pt idx="7">
                  <c:v>2023</c:v>
                </c:pt>
                <c:pt idx="8">
                  <c:v>2024</c:v>
                </c:pt>
                <c:pt idx="9">
                  <c:v>2025</c:v>
                </c:pt>
              </c:numCache>
            </c:numRef>
          </c:cat>
          <c:val>
            <c:numRef>
              <c:f>Sheet1!$C$2:$C$11</c:f>
              <c:numCache>
                <c:formatCode>General</c:formatCode>
                <c:ptCount val="10"/>
                <c:pt idx="0">
                  <c:v>0</c:v>
                </c:pt>
                <c:pt idx="1">
                  <c:v>50</c:v>
                </c:pt>
                <c:pt idx="2">
                  <c:v>33</c:v>
                </c:pt>
                <c:pt idx="3">
                  <c:v>25</c:v>
                </c:pt>
                <c:pt idx="4">
                  <c:v>60</c:v>
                </c:pt>
                <c:pt idx="5">
                  <c:v>50</c:v>
                </c:pt>
                <c:pt idx="6">
                  <c:v>25</c:v>
                </c:pt>
                <c:pt idx="7">
                  <c:v>20</c:v>
                </c:pt>
                <c:pt idx="8">
                  <c:v>22</c:v>
                </c:pt>
                <c:pt idx="9">
                  <c:v>14</c:v>
                </c:pt>
              </c:numCache>
            </c:numRef>
          </c:val>
          <c:smooth val="0"/>
          <c:extLst>
            <c:ext xmlns:c16="http://schemas.microsoft.com/office/drawing/2014/chart" uri="{C3380CC4-5D6E-409C-BE32-E72D297353CC}">
              <c16:uniqueId val="{00000001-91EA-4B7C-AEF1-8E0F8BFB3A11}"/>
            </c:ext>
          </c:extLst>
        </c:ser>
        <c:dLbls>
          <c:showLegendKey val="0"/>
          <c:showVal val="0"/>
          <c:showCatName val="0"/>
          <c:showSerName val="0"/>
          <c:showPercent val="0"/>
          <c:showBubbleSize val="0"/>
        </c:dLbls>
        <c:marker val="1"/>
        <c:smooth val="0"/>
        <c:axId val="1158229728"/>
        <c:axId val="1158231648"/>
      </c:lineChart>
      <c:catAx>
        <c:axId val="115822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1158231648"/>
        <c:crosses val="autoZero"/>
        <c:auto val="1"/>
        <c:lblAlgn val="ctr"/>
        <c:lblOffset val="100"/>
        <c:noMultiLvlLbl val="0"/>
      </c:catAx>
      <c:valAx>
        <c:axId val="1158231648"/>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82297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031A82-4A00-4794-A488-59AC186D7C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1C85656-A361-4B32-99B1-66591145F7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14AEED-FF0D-4512-BD5F-9F077F06D9A7}" type="datetimeFigureOut">
              <a:rPr lang="en-US" smtClean="0"/>
              <a:t>2/10/2026</a:t>
            </a:fld>
            <a:endParaRPr lang="en-US" dirty="0"/>
          </a:p>
        </p:txBody>
      </p:sp>
      <p:sp>
        <p:nvSpPr>
          <p:cNvPr id="4" name="Footer Placeholder 3">
            <a:extLst>
              <a:ext uri="{FF2B5EF4-FFF2-40B4-BE49-F238E27FC236}">
                <a16:creationId xmlns:a16="http://schemas.microsoft.com/office/drawing/2014/main" id="{C51AFD4F-E871-421C-96C6-CCFAA872CB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0FE0EF6-A335-4727-9E75-458707395E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7C8AB8-F519-4C44-A217-B2548CA6E52D}" type="slidenum">
              <a:rPr lang="en-US" smtClean="0"/>
              <a:t>‹#›</a:t>
            </a:fld>
            <a:endParaRPr lang="en-US" dirty="0"/>
          </a:p>
        </p:txBody>
      </p:sp>
    </p:spTree>
    <p:extLst>
      <p:ext uri="{BB962C8B-B14F-4D97-AF65-F5344CB8AC3E}">
        <p14:creationId xmlns:p14="http://schemas.microsoft.com/office/powerpoint/2010/main" val="2816409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F9B45-E22A-4A9C-91D5-81685A72A6FA}" type="datetimeFigureOut">
              <a:rPr lang="en-US" smtClean="0"/>
              <a:t>2/10/2026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03549-A82F-409E-AD53-534267A0E10B}" type="slidenum">
              <a:rPr lang="en-US" smtClean="0"/>
              <a:t>‹#›</a:t>
            </a:fld>
            <a:endParaRPr lang="en-US" dirty="0"/>
          </a:p>
        </p:txBody>
      </p:sp>
    </p:spTree>
    <p:extLst>
      <p:ext uri="{BB962C8B-B14F-4D97-AF65-F5344CB8AC3E}">
        <p14:creationId xmlns:p14="http://schemas.microsoft.com/office/powerpoint/2010/main" val="408664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4</a:t>
            </a:fld>
            <a:endParaRPr lang="en-US" dirty="0"/>
          </a:p>
        </p:txBody>
      </p:sp>
    </p:spTree>
    <p:extLst>
      <p:ext uri="{BB962C8B-B14F-4D97-AF65-F5344CB8AC3E}">
        <p14:creationId xmlns:p14="http://schemas.microsoft.com/office/powerpoint/2010/main" val="371708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12</a:t>
            </a:fld>
            <a:endParaRPr lang="en-US" dirty="0"/>
          </a:p>
        </p:txBody>
      </p:sp>
    </p:spTree>
    <p:extLst>
      <p:ext uri="{BB962C8B-B14F-4D97-AF65-F5344CB8AC3E}">
        <p14:creationId xmlns:p14="http://schemas.microsoft.com/office/powerpoint/2010/main" val="1119380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379641C-8260-44A4-9F71-E216C07A38B4}"/>
              </a:ext>
            </a:extLst>
          </p:cNvPr>
          <p:cNvSpPr>
            <a:spLocks noGrp="1"/>
          </p:cNvSpPr>
          <p:nvPr>
            <p:ph type="pic" sz="quarter" idx="14"/>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416742 h 6858000"/>
              <a:gd name="connsiteX5" fmla="*/ 9142476 w 12188952"/>
              <a:gd name="connsiteY5" fmla="*/ 4416742 h 6858000"/>
              <a:gd name="connsiteX6" fmla="*/ 9142476 w 12188952"/>
              <a:gd name="connsiteY6" fmla="*/ 4188142 h 6858000"/>
              <a:gd name="connsiteX7" fmla="*/ 0 w 12188952"/>
              <a:gd name="connsiteY7" fmla="*/ 41881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416742"/>
                </a:lnTo>
                <a:lnTo>
                  <a:pt x="9142476" y="4416742"/>
                </a:lnTo>
                <a:lnTo>
                  <a:pt x="9142476" y="4188142"/>
                </a:lnTo>
                <a:lnTo>
                  <a:pt x="0" y="4188142"/>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38200" y="4636008"/>
            <a:ext cx="9144000" cy="1107959"/>
          </a:xfrm>
        </p:spPr>
        <p:txBody>
          <a:bodyPr anchor="b" anchorCtr="0"/>
          <a:lstStyle>
            <a:lvl1pPr algn="l">
              <a:defRPr sz="6000">
                <a:solidFill>
                  <a:schemeClr val="bg1"/>
                </a:solidFill>
              </a:defRPr>
            </a:lvl1pPr>
          </a:lstStyle>
          <a:p>
            <a:r>
              <a:rPr lang="en-US" dirty="0"/>
              <a:t>CLICK TO EDIT TITLE</a:t>
            </a:r>
          </a:p>
        </p:txBody>
      </p:sp>
      <p:sp>
        <p:nvSpPr>
          <p:cNvPr id="12" name="Text Placeholder 11">
            <a:extLst>
              <a:ext uri="{FF2B5EF4-FFF2-40B4-BE49-F238E27FC236}">
                <a16:creationId xmlns:a16="http://schemas.microsoft.com/office/drawing/2014/main" id="{779D466B-640E-419A-8701-FA39B12DD959}"/>
              </a:ext>
            </a:extLst>
          </p:cNvPr>
          <p:cNvSpPr>
            <a:spLocks noGrp="1"/>
          </p:cNvSpPr>
          <p:nvPr>
            <p:ph type="body" sz="quarter" idx="13" hasCustomPrompt="1"/>
          </p:nvPr>
        </p:nvSpPr>
        <p:spPr>
          <a:xfrm>
            <a:off x="841248" y="5742432"/>
            <a:ext cx="7953375" cy="457200"/>
          </a:xfrm>
        </p:spPr>
        <p:txBody>
          <a:bodyPr>
            <a:noAutofit/>
          </a:bodyPr>
          <a:lstStyle>
            <a:lvl1pPr marL="0" indent="0">
              <a:buNone/>
              <a:defRPr sz="1800">
                <a:solidFill>
                  <a:schemeClr val="bg1"/>
                </a:solidFill>
                <a:latin typeface="+mn-lt"/>
              </a:defRPr>
            </a:lvl1pPr>
            <a:lvl2pPr marL="457200" indent="0">
              <a:buNone/>
              <a:defRPr sz="2400">
                <a:solidFill>
                  <a:schemeClr val="bg1"/>
                </a:solidFill>
                <a:latin typeface="+mn-lt"/>
              </a:defRPr>
            </a:lvl2pPr>
            <a:lvl3pPr marL="914400" indent="0">
              <a:buNone/>
              <a:defRPr sz="2400">
                <a:solidFill>
                  <a:schemeClr val="bg1"/>
                </a:solidFill>
                <a:latin typeface="+mn-lt"/>
              </a:defRPr>
            </a:lvl3pPr>
            <a:lvl4pPr marL="1371600" indent="0">
              <a:buNone/>
              <a:defRPr sz="2400">
                <a:solidFill>
                  <a:schemeClr val="bg1"/>
                </a:solidFill>
                <a:latin typeface="+mn-lt"/>
              </a:defRPr>
            </a:lvl4pPr>
            <a:lvl5pPr marL="1828800" indent="0">
              <a:buNone/>
              <a:defRPr sz="2400">
                <a:solidFill>
                  <a:schemeClr val="bg1"/>
                </a:solidFill>
                <a:latin typeface="+mn-lt"/>
              </a:defRPr>
            </a:lvl5pPr>
          </a:lstStyle>
          <a:p>
            <a:pPr lvl="0"/>
            <a:r>
              <a:rPr lang="en-US" dirty="0"/>
              <a:t>Click to edit text</a:t>
            </a:r>
          </a:p>
        </p:txBody>
      </p:sp>
      <p:sp>
        <p:nvSpPr>
          <p:cNvPr id="17" name="Rectangle 16">
            <a:extLst>
              <a:ext uri="{FF2B5EF4-FFF2-40B4-BE49-F238E27FC236}">
                <a16:creationId xmlns:a16="http://schemas.microsoft.com/office/drawing/2014/main" id="{80659D50-D55F-4F3D-8F15-5B1F1F2B4B96}"/>
              </a:ext>
              <a:ext uri="{C183D7F6-B498-43B3-948B-1728B52AA6E4}">
                <adec:decorative xmlns:adec="http://schemas.microsoft.com/office/drawing/2017/decorative" val="1"/>
              </a:ext>
            </a:extLst>
          </p:cNvPr>
          <p:cNvSpPr/>
          <p:nvPr userDrawn="1"/>
        </p:nvSpPr>
        <p:spPr>
          <a:xfrm>
            <a:off x="0" y="4188142"/>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D8038A-5827-4846-97D5-0DEF7A92C9C5}"/>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38199" y="2578608"/>
            <a:ext cx="4297680" cy="914400"/>
          </a:xfrm>
        </p:spPr>
        <p:txBody>
          <a:bodyPr anchor="b" anchorCtr="0"/>
          <a:lstStyle/>
          <a:p>
            <a:r>
              <a:rPr lang="en-US" dirty="0"/>
              <a:t>CLICK TO EDIT TITLE </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38199" y="3721608"/>
            <a:ext cx="4297680" cy="2286000"/>
          </a:xfrm>
        </p:spPr>
        <p:txBody>
          <a:bodyPr>
            <a:normAutofit/>
          </a:bodyPr>
          <a:lstStyle>
            <a:lvl1pPr marL="0" indent="0">
              <a:lnSpc>
                <a:spcPts val="2400"/>
              </a:lnSpc>
              <a:buNone/>
              <a:defRPr sz="1400"/>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E3A951D3-FDD2-4A48-9F77-7EB69F3AAC62}"/>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0D24C9D2-B921-4FAF-8173-CF9B37D4F8FA}"/>
              </a:ext>
            </a:extLst>
          </p:cNvPr>
          <p:cNvSpPr>
            <a:spLocks noGrp="1"/>
          </p:cNvSpPr>
          <p:nvPr>
            <p:ph type="body" sz="quarter" idx="14" hasCustomPrompt="1"/>
          </p:nvPr>
        </p:nvSpPr>
        <p:spPr>
          <a:xfrm>
            <a:off x="10713720" y="-68580"/>
            <a:ext cx="1737360" cy="6858000"/>
          </a:xfrm>
        </p:spPr>
        <p:txBody>
          <a:bodyPr vert="vert270" anchor="t">
            <a:noAutofit/>
          </a:bodyPr>
          <a:lstStyle>
            <a:lvl1pPr marL="0" indent="0">
              <a:spcBef>
                <a:spcPts val="0"/>
              </a:spcBef>
              <a:buNone/>
              <a:defRPr sz="135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About</a:t>
            </a:r>
          </a:p>
        </p:txBody>
      </p:sp>
    </p:spTree>
    <p:extLst>
      <p:ext uri="{BB962C8B-B14F-4D97-AF65-F5344CB8AC3E}">
        <p14:creationId xmlns:p14="http://schemas.microsoft.com/office/powerpoint/2010/main" val="364485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6A9CEDC6-C07A-4AA6-A03A-799447ACA932}"/>
              </a:ext>
            </a:extLst>
          </p:cNvPr>
          <p:cNvSpPr>
            <a:spLocks noGrp="1"/>
          </p:cNvSpPr>
          <p:nvPr>
            <p:ph type="pic" sz="quarter" idx="13"/>
          </p:nvPr>
        </p:nvSpPr>
        <p:spPr>
          <a:xfrm>
            <a:off x="1524" y="0"/>
            <a:ext cx="12188952" cy="6858000"/>
          </a:xfrm>
          <a:custGeom>
            <a:avLst/>
            <a:gdLst>
              <a:gd name="connsiteX0" fmla="*/ 10025044 w 12188952"/>
              <a:gd name="connsiteY0" fmla="*/ 1464945 h 6858000"/>
              <a:gd name="connsiteX1" fmla="*/ 10025044 w 12188952"/>
              <a:gd name="connsiteY1" fmla="*/ 6219825 h 6858000"/>
              <a:gd name="connsiteX2" fmla="*/ 10253644 w 12188952"/>
              <a:gd name="connsiteY2" fmla="*/ 6219825 h 6858000"/>
              <a:gd name="connsiteX3" fmla="*/ 10253644 w 12188952"/>
              <a:gd name="connsiteY3" fmla="*/ 14649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025044" y="1464945"/>
                </a:moveTo>
                <a:lnTo>
                  <a:pt x="10025044" y="6219825"/>
                </a:lnTo>
                <a:lnTo>
                  <a:pt x="10253644" y="6219825"/>
                </a:lnTo>
                <a:lnTo>
                  <a:pt x="10253644" y="14649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7" name="Text Placeholder 6">
            <a:extLst>
              <a:ext uri="{FF2B5EF4-FFF2-40B4-BE49-F238E27FC236}">
                <a16:creationId xmlns:a16="http://schemas.microsoft.com/office/drawing/2014/main" id="{27109C03-4D2D-4A2D-AC74-49353ED38B56}"/>
              </a:ext>
            </a:extLst>
          </p:cNvPr>
          <p:cNvSpPr>
            <a:spLocks noGrp="1"/>
          </p:cNvSpPr>
          <p:nvPr>
            <p:ph type="body" sz="quarter" idx="25"/>
          </p:nvPr>
        </p:nvSpPr>
        <p:spPr>
          <a:xfrm>
            <a:off x="0" y="1465263"/>
            <a:ext cx="10026650" cy="4754562"/>
          </a:xfrm>
          <a:solidFill>
            <a:schemeClr val="bg1">
              <a:alpha val="93000"/>
            </a:schemeClr>
          </a:solidFill>
        </p:spPr>
        <p:txBody>
          <a:bodyPr lIns="1005840" tIns="502920">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365125"/>
            <a:ext cx="8562475" cy="1325563"/>
          </a:xfrm>
        </p:spPr>
        <p:txBody>
          <a:bodyPr/>
          <a:lstStyle>
            <a:lvl1pPr>
              <a:defRPr>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23" name="Text Placeholder 12">
            <a:extLst>
              <a:ext uri="{FF2B5EF4-FFF2-40B4-BE49-F238E27FC236}">
                <a16:creationId xmlns:a16="http://schemas.microsoft.com/office/drawing/2014/main" id="{9EDE4DA5-D561-434E-9452-95025C316A45}"/>
              </a:ext>
            </a:extLst>
          </p:cNvPr>
          <p:cNvSpPr>
            <a:spLocks noGrp="1"/>
          </p:cNvSpPr>
          <p:nvPr>
            <p:ph type="body" sz="quarter" idx="24" hasCustomPrompt="1"/>
          </p:nvPr>
        </p:nvSpPr>
        <p:spPr>
          <a:xfrm>
            <a:off x="10734040" y="-68580"/>
            <a:ext cx="1737360" cy="6858000"/>
          </a:xfrm>
        </p:spPr>
        <p:txBody>
          <a:bodyPr vert="vert270" anchor="t">
            <a:noAutofit/>
          </a:bodyPr>
          <a:lstStyle>
            <a:lvl1pPr marL="0" indent="0">
              <a:spcBef>
                <a:spcPts val="0"/>
              </a:spcBef>
              <a:buNone/>
              <a:defRPr sz="13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Problem</a:t>
            </a:r>
          </a:p>
        </p:txBody>
      </p:sp>
      <p:sp>
        <p:nvSpPr>
          <p:cNvPr id="27" name="Rectangle 26">
            <a:extLst>
              <a:ext uri="{FF2B5EF4-FFF2-40B4-BE49-F238E27FC236}">
                <a16:creationId xmlns:a16="http://schemas.microsoft.com/office/drawing/2014/main" id="{3A8936FC-DF00-4C6C-A5FA-13B0BFCC3E58}"/>
              </a:ext>
            </a:extLst>
          </p:cNvPr>
          <p:cNvSpPr/>
          <p:nvPr userDrawn="1"/>
        </p:nvSpPr>
        <p:spPr>
          <a:xfrm>
            <a:off x="10026568" y="1464945"/>
            <a:ext cx="228600" cy="47548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914274"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914525"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914399"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7" name="Text Placeholder 10">
            <a:extLst>
              <a:ext uri="{FF2B5EF4-FFF2-40B4-BE49-F238E27FC236}">
                <a16:creationId xmlns:a16="http://schemas.microsoft.com/office/drawing/2014/main" id="{BDD18F8A-C2BE-429D-BB7C-9390EEEE5261}"/>
              </a:ext>
            </a:extLst>
          </p:cNvPr>
          <p:cNvSpPr>
            <a:spLocks noGrp="1"/>
          </p:cNvSpPr>
          <p:nvPr>
            <p:ph type="body" sz="quarter" idx="18" hasCustomPrompt="1"/>
          </p:nvPr>
        </p:nvSpPr>
        <p:spPr>
          <a:xfrm>
            <a:off x="5590801" y="1916113"/>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8" name="Text Placeholder 13">
            <a:extLst>
              <a:ext uri="{FF2B5EF4-FFF2-40B4-BE49-F238E27FC236}">
                <a16:creationId xmlns:a16="http://schemas.microsoft.com/office/drawing/2014/main" id="{AFDC9EA4-0AAA-467C-9B89-6966F6E4BB03}"/>
              </a:ext>
            </a:extLst>
          </p:cNvPr>
          <p:cNvSpPr>
            <a:spLocks noGrp="1"/>
          </p:cNvSpPr>
          <p:nvPr>
            <p:ph type="body" sz="quarter" idx="19" hasCustomPrompt="1"/>
          </p:nvPr>
        </p:nvSpPr>
        <p:spPr>
          <a:xfrm>
            <a:off x="5590675"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9" name="Text Placeholder 10">
            <a:extLst>
              <a:ext uri="{FF2B5EF4-FFF2-40B4-BE49-F238E27FC236}">
                <a16:creationId xmlns:a16="http://schemas.microsoft.com/office/drawing/2014/main" id="{31ECD896-8F8E-404E-BBAD-FBFCBBE3DFEF}"/>
              </a:ext>
            </a:extLst>
          </p:cNvPr>
          <p:cNvSpPr>
            <a:spLocks noGrp="1"/>
          </p:cNvSpPr>
          <p:nvPr>
            <p:ph type="body" sz="quarter" idx="20" hasCustomPrompt="1"/>
          </p:nvPr>
        </p:nvSpPr>
        <p:spPr>
          <a:xfrm>
            <a:off x="5590801"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0" name="Text Placeholder 13">
            <a:extLst>
              <a:ext uri="{FF2B5EF4-FFF2-40B4-BE49-F238E27FC236}">
                <a16:creationId xmlns:a16="http://schemas.microsoft.com/office/drawing/2014/main" id="{6BEE435C-8719-41E1-838A-87FB6B0BA23C}"/>
              </a:ext>
            </a:extLst>
          </p:cNvPr>
          <p:cNvSpPr>
            <a:spLocks noGrp="1"/>
          </p:cNvSpPr>
          <p:nvPr>
            <p:ph type="body" sz="quarter" idx="21" hasCustomPrompt="1"/>
          </p:nvPr>
        </p:nvSpPr>
        <p:spPr>
          <a:xfrm>
            <a:off x="5590675"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9DAC0554-380F-4627-9E3C-FCDA9EE3B9E8}"/>
              </a:ext>
            </a:extLst>
          </p:cNvPr>
          <p:cNvSpPr>
            <a:spLocks noGrp="1"/>
          </p:cNvSpPr>
          <p:nvPr>
            <p:ph type="body" sz="quarter" idx="22" hasCustomPrompt="1"/>
          </p:nvPr>
        </p:nvSpPr>
        <p:spPr>
          <a:xfrm>
            <a:off x="914525" y="4709160"/>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32C9479E-1665-465C-9B07-8AC7E3F4B630}"/>
              </a:ext>
            </a:extLst>
          </p:cNvPr>
          <p:cNvSpPr>
            <a:spLocks noGrp="1"/>
          </p:cNvSpPr>
          <p:nvPr>
            <p:ph type="body" sz="quarter" idx="23" hasCustomPrompt="1"/>
          </p:nvPr>
        </p:nvSpPr>
        <p:spPr>
          <a:xfrm>
            <a:off x="914399" y="5036439"/>
            <a:ext cx="3886200" cy="737604"/>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288361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F067F4C-584F-4D26-A9F4-7E8E3F096140}"/>
              </a:ext>
              <a:ext uri="{C183D7F6-B498-43B3-948B-1728B52AA6E4}">
                <adec:decorative xmlns:adec="http://schemas.microsoft.com/office/drawing/2017/decorative" val="1"/>
              </a:ext>
            </a:extLst>
          </p:cNvPr>
          <p:cNvSpPr/>
          <p:nvPr userDrawn="1"/>
        </p:nvSpPr>
        <p:spPr>
          <a:xfrm>
            <a:off x="4159926" y="1569034"/>
            <a:ext cx="7193874"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10">
            <a:extLst>
              <a:ext uri="{FF2B5EF4-FFF2-40B4-BE49-F238E27FC236}">
                <a16:creationId xmlns:a16="http://schemas.microsoft.com/office/drawing/2014/main" id="{6C968367-11F9-40B5-B54F-1555B837CABC}"/>
              </a:ext>
            </a:extLst>
          </p:cNvPr>
          <p:cNvSpPr>
            <a:spLocks noGrp="1"/>
          </p:cNvSpPr>
          <p:nvPr>
            <p:ph type="pic" sz="quarter" idx="13"/>
          </p:nvPr>
        </p:nvSpPr>
        <p:spPr>
          <a:xfrm>
            <a:off x="933630" y="548640"/>
            <a:ext cx="4389120" cy="5760720"/>
          </a:xfrm>
          <a:solidFill>
            <a:schemeClr val="accent6">
              <a:lumMod val="20000"/>
              <a:lumOff val="80000"/>
            </a:schemeClr>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155363" y="365125"/>
            <a:ext cx="5103007"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78C38614-0243-4ABA-A367-8875F339D658}"/>
              </a:ext>
            </a:extLst>
          </p:cNvPr>
          <p:cNvSpPr>
            <a:spLocks noGrp="1"/>
          </p:cNvSpPr>
          <p:nvPr>
            <p:ph type="body" sz="quarter" idx="14" hasCustomPrompt="1"/>
          </p:nvPr>
        </p:nvSpPr>
        <p:spPr>
          <a:xfrm>
            <a:off x="6153182" y="209397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6153056" y="2422684"/>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6153307" y="3227832"/>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6153181" y="3559290"/>
            <a:ext cx="5120640" cy="45720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005E970C-F216-4C13-B637-2CD29EB1F737}"/>
              </a:ext>
            </a:extLst>
          </p:cNvPr>
          <p:cNvSpPr>
            <a:spLocks noGrp="1"/>
          </p:cNvSpPr>
          <p:nvPr>
            <p:ph type="body" sz="quarter" idx="18" hasCustomPrompt="1"/>
          </p:nvPr>
        </p:nvSpPr>
        <p:spPr>
          <a:xfrm>
            <a:off x="6149167" y="4059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FD54B08D-52AA-478D-9A22-40F57CEFF5E6}"/>
              </a:ext>
            </a:extLst>
          </p:cNvPr>
          <p:cNvSpPr>
            <a:spLocks noGrp="1"/>
          </p:cNvSpPr>
          <p:nvPr>
            <p:ph type="body" sz="quarter" idx="19" hasCustomPrompt="1"/>
          </p:nvPr>
        </p:nvSpPr>
        <p:spPr>
          <a:xfrm>
            <a:off x="6149041" y="4388168"/>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78434772-1E65-4475-A328-95A7B2445794}"/>
              </a:ext>
            </a:extLst>
          </p:cNvPr>
          <p:cNvSpPr>
            <a:spLocks noGrp="1"/>
          </p:cNvSpPr>
          <p:nvPr>
            <p:ph type="body" sz="quarter" idx="20" hasCustomPrompt="1"/>
          </p:nvPr>
        </p:nvSpPr>
        <p:spPr>
          <a:xfrm>
            <a:off x="6149292" y="5202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4" name="Text Placeholder 13">
            <a:extLst>
              <a:ext uri="{FF2B5EF4-FFF2-40B4-BE49-F238E27FC236}">
                <a16:creationId xmlns:a16="http://schemas.microsoft.com/office/drawing/2014/main" id="{16497897-EF41-49AE-B577-23E1843D2DEA}"/>
              </a:ext>
            </a:extLst>
          </p:cNvPr>
          <p:cNvSpPr>
            <a:spLocks noGrp="1"/>
          </p:cNvSpPr>
          <p:nvPr>
            <p:ph type="body" sz="quarter" idx="21" hasCustomPrompt="1"/>
          </p:nvPr>
        </p:nvSpPr>
        <p:spPr>
          <a:xfrm>
            <a:off x="6149166" y="5535502"/>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130744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02412796-7042-4809-B0D2-CA19D0001B3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2560590 h 6858000"/>
              <a:gd name="connsiteX5" fmla="*/ 4876038 w 12188952"/>
              <a:gd name="connsiteY5" fmla="*/ 2560590 h 6858000"/>
              <a:gd name="connsiteX6" fmla="*/ 4876038 w 12188952"/>
              <a:gd name="connsiteY6" fmla="*/ 2331990 h 6858000"/>
              <a:gd name="connsiteX7" fmla="*/ 0 w 12188952"/>
              <a:gd name="connsiteY7" fmla="*/ 23319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2560590"/>
                </a:lnTo>
                <a:lnTo>
                  <a:pt x="4876038" y="2560590"/>
                </a:lnTo>
                <a:lnTo>
                  <a:pt x="4876038" y="2331990"/>
                </a:lnTo>
                <a:lnTo>
                  <a:pt x="0" y="233199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858957"/>
            <a:ext cx="4032504" cy="1325563"/>
          </a:xfrm>
        </p:spPr>
        <p:txBody>
          <a:bodyPr/>
          <a:lstStyle>
            <a:lvl1pPr algn="r">
              <a:defRPr>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5638800" y="1173329"/>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5638800" y="1522412"/>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4" name="Text Placeholder 10">
            <a:extLst>
              <a:ext uri="{FF2B5EF4-FFF2-40B4-BE49-F238E27FC236}">
                <a16:creationId xmlns:a16="http://schemas.microsoft.com/office/drawing/2014/main" id="{35CDA3A0-B53D-4D18-9792-E99DB7DFDFCD}"/>
              </a:ext>
            </a:extLst>
          </p:cNvPr>
          <p:cNvSpPr>
            <a:spLocks noGrp="1"/>
          </p:cNvSpPr>
          <p:nvPr>
            <p:ph type="body" sz="quarter" idx="16" hasCustomPrompt="1"/>
          </p:nvPr>
        </p:nvSpPr>
        <p:spPr>
          <a:xfrm>
            <a:off x="5638800" y="2743993"/>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5638800" y="3074026"/>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6" name="Text Placeholder 10">
            <a:extLst>
              <a:ext uri="{FF2B5EF4-FFF2-40B4-BE49-F238E27FC236}">
                <a16:creationId xmlns:a16="http://schemas.microsoft.com/office/drawing/2014/main" id="{DF7E20CD-913D-437E-9659-9C125387ECA7}"/>
              </a:ext>
            </a:extLst>
          </p:cNvPr>
          <p:cNvSpPr>
            <a:spLocks noGrp="1"/>
          </p:cNvSpPr>
          <p:nvPr>
            <p:ph type="body" sz="quarter" idx="18" hasCustomPrompt="1"/>
          </p:nvPr>
        </p:nvSpPr>
        <p:spPr>
          <a:xfrm>
            <a:off x="8686038" y="1182807"/>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7" name="Text Placeholder 12">
            <a:extLst>
              <a:ext uri="{FF2B5EF4-FFF2-40B4-BE49-F238E27FC236}">
                <a16:creationId xmlns:a16="http://schemas.microsoft.com/office/drawing/2014/main" id="{DB390311-D71A-47E1-A6A4-FC519992545C}"/>
              </a:ext>
            </a:extLst>
          </p:cNvPr>
          <p:cNvSpPr>
            <a:spLocks noGrp="1"/>
          </p:cNvSpPr>
          <p:nvPr>
            <p:ph type="body" sz="quarter" idx="19" hasCustomPrompt="1"/>
          </p:nvPr>
        </p:nvSpPr>
        <p:spPr>
          <a:xfrm>
            <a:off x="8686038" y="1531890"/>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8" name="Text Placeholder 10">
            <a:extLst>
              <a:ext uri="{FF2B5EF4-FFF2-40B4-BE49-F238E27FC236}">
                <a16:creationId xmlns:a16="http://schemas.microsoft.com/office/drawing/2014/main" id="{A6F112C5-2301-4903-8FFC-3D13F2BD7D9F}"/>
              </a:ext>
            </a:extLst>
          </p:cNvPr>
          <p:cNvSpPr>
            <a:spLocks noGrp="1"/>
          </p:cNvSpPr>
          <p:nvPr>
            <p:ph type="body" sz="quarter" idx="20" hasCustomPrompt="1"/>
          </p:nvPr>
        </p:nvSpPr>
        <p:spPr>
          <a:xfrm>
            <a:off x="8686038" y="2753471"/>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9" name="Text Placeholder 12">
            <a:extLst>
              <a:ext uri="{FF2B5EF4-FFF2-40B4-BE49-F238E27FC236}">
                <a16:creationId xmlns:a16="http://schemas.microsoft.com/office/drawing/2014/main" id="{867721ED-86DF-4220-A638-CB65E0B5B126}"/>
              </a:ext>
            </a:extLst>
          </p:cNvPr>
          <p:cNvSpPr>
            <a:spLocks noGrp="1"/>
          </p:cNvSpPr>
          <p:nvPr>
            <p:ph type="body" sz="quarter" idx="21" hasCustomPrompt="1"/>
          </p:nvPr>
        </p:nvSpPr>
        <p:spPr>
          <a:xfrm>
            <a:off x="8686038" y="3083504"/>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Rectangle 22">
            <a:extLst>
              <a:ext uri="{FF2B5EF4-FFF2-40B4-BE49-F238E27FC236}">
                <a16:creationId xmlns:a16="http://schemas.microsoft.com/office/drawing/2014/main" id="{5620BB15-729F-4427-9DF3-6861F012AED2}"/>
              </a:ext>
              <a:ext uri="{C183D7F6-B498-43B3-948B-1728B52AA6E4}">
                <adec:decorative xmlns:adec="http://schemas.microsoft.com/office/drawing/2017/decorative" val="1"/>
              </a:ext>
            </a:extLst>
          </p:cNvPr>
          <p:cNvSpPr/>
          <p:nvPr userDrawn="1"/>
        </p:nvSpPr>
        <p:spPr>
          <a:xfrm>
            <a:off x="0" y="2331990"/>
            <a:ext cx="487756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7E32A88-04B9-4879-A7DA-64134B3784C4}"/>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398" y="365760"/>
            <a:ext cx="6400800" cy="1325563"/>
          </a:xfrm>
        </p:spPr>
        <p:txBody>
          <a:body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914401" y="2000292"/>
            <a:ext cx="3162299" cy="3409907"/>
          </a:xfrm>
        </p:spPr>
        <p:txBody>
          <a:bodyPr>
            <a:normAutofit/>
          </a:bodyPr>
          <a:lstStyle>
            <a:lvl1pPr marL="0" indent="0">
              <a:lnSpc>
                <a:spcPts val="2400"/>
              </a:lnSpc>
              <a:spcBef>
                <a:spcPts val="0"/>
              </a:spcBef>
              <a:buNone/>
              <a:defRPr sz="18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1" name="Rectangle 10">
            <a:extLst>
              <a:ext uri="{FF2B5EF4-FFF2-40B4-BE49-F238E27FC236}">
                <a16:creationId xmlns:a16="http://schemas.microsoft.com/office/drawing/2014/main" id="{E5FFA2B6-6061-4DC2-8233-A48FB7AA8F27}"/>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2">
            <a:extLst>
              <a:ext uri="{FF2B5EF4-FFF2-40B4-BE49-F238E27FC236}">
                <a16:creationId xmlns:a16="http://schemas.microsoft.com/office/drawing/2014/main" id="{4A219D8E-BB95-4BDA-98A2-097D1BFA7494}"/>
              </a:ext>
            </a:extLst>
          </p:cNvPr>
          <p:cNvSpPr>
            <a:spLocks noGrp="1"/>
          </p:cNvSpPr>
          <p:nvPr>
            <p:ph type="body" sz="quarter" idx="14" hasCustomPrompt="1"/>
          </p:nvPr>
        </p:nvSpPr>
        <p:spPr>
          <a:xfrm>
            <a:off x="5239512" y="5513832"/>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Benefits</a:t>
            </a:r>
          </a:p>
        </p:txBody>
      </p:sp>
    </p:spTree>
    <p:extLst>
      <p:ext uri="{BB962C8B-B14F-4D97-AF65-F5344CB8AC3E}">
        <p14:creationId xmlns:p14="http://schemas.microsoft.com/office/powerpoint/2010/main" val="22784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5A412B8-4256-47AC-A275-1AC354C4C6E9}"/>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926523 h 6858000"/>
              <a:gd name="connsiteX5" fmla="*/ 9142476 w 12188952"/>
              <a:gd name="connsiteY5" fmla="*/ 4926523 h 6858000"/>
              <a:gd name="connsiteX6" fmla="*/ 9142476 w 12188952"/>
              <a:gd name="connsiteY6" fmla="*/ 4697923 h 6858000"/>
              <a:gd name="connsiteX7" fmla="*/ 0 w 12188952"/>
              <a:gd name="connsiteY7" fmla="*/ 46979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926523"/>
                </a:lnTo>
                <a:lnTo>
                  <a:pt x="9142476" y="4926523"/>
                </a:lnTo>
                <a:lnTo>
                  <a:pt x="9142476" y="4697923"/>
                </a:lnTo>
                <a:lnTo>
                  <a:pt x="0" y="4697923"/>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5084064"/>
            <a:ext cx="8311896" cy="1049254"/>
          </a:xfrm>
        </p:spPr>
        <p:txBody>
          <a:bodyPr anchor="b">
            <a:normAutofit/>
          </a:bodyPr>
          <a:lstStyle>
            <a:lvl1pPr algn="r">
              <a:defRPr sz="4800">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2DBCBD4E-87D0-4BA6-A1B4-3DC9452A36AB}"/>
              </a:ext>
              <a:ext uri="{C183D7F6-B498-43B3-948B-1728B52AA6E4}">
                <adec:decorative xmlns:adec="http://schemas.microsoft.com/office/drawing/2017/decorative" val="1"/>
              </a:ext>
            </a:extLst>
          </p:cNvPr>
          <p:cNvSpPr/>
          <p:nvPr userDrawn="1"/>
        </p:nvSpPr>
        <p:spPr>
          <a:xfrm>
            <a:off x="0" y="4697923"/>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9165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695704B-E527-4A3C-9B8B-CDEB8724F0F9}"/>
              </a:ext>
            </a:extLst>
          </p:cNvPr>
          <p:cNvSpPr>
            <a:spLocks noGrp="1"/>
          </p:cNvSpPr>
          <p:nvPr>
            <p:ph type="pic" sz="quarter" idx="13"/>
          </p:nvPr>
        </p:nvSpPr>
        <p:spPr>
          <a:xfrm>
            <a:off x="1524" y="0"/>
            <a:ext cx="12188952" cy="6858000"/>
          </a:xfrm>
          <a:custGeom>
            <a:avLst/>
            <a:gdLst>
              <a:gd name="connsiteX0" fmla="*/ 7789164 w 12188952"/>
              <a:gd name="connsiteY0" fmla="*/ 2258568 h 6858000"/>
              <a:gd name="connsiteX1" fmla="*/ 7789164 w 12188952"/>
              <a:gd name="connsiteY1" fmla="*/ 2487168 h 6858000"/>
              <a:gd name="connsiteX2" fmla="*/ 10715244 w 12188952"/>
              <a:gd name="connsiteY2" fmla="*/ 2487168 h 6858000"/>
              <a:gd name="connsiteX3" fmla="*/ 10715244 w 12188952"/>
              <a:gd name="connsiteY3" fmla="*/ 2258568 h 6858000"/>
              <a:gd name="connsiteX4" fmla="*/ 4634484 w 12188952"/>
              <a:gd name="connsiteY4" fmla="*/ 2258568 h 6858000"/>
              <a:gd name="connsiteX5" fmla="*/ 4634484 w 12188952"/>
              <a:gd name="connsiteY5" fmla="*/ 2487168 h 6858000"/>
              <a:gd name="connsiteX6" fmla="*/ 7560564 w 12188952"/>
              <a:gd name="connsiteY6" fmla="*/ 2487168 h 6858000"/>
              <a:gd name="connsiteX7" fmla="*/ 7560564 w 12188952"/>
              <a:gd name="connsiteY7" fmla="*/ 2258568 h 6858000"/>
              <a:gd name="connsiteX8" fmla="*/ 1443228 w 12188952"/>
              <a:gd name="connsiteY8" fmla="*/ 2258568 h 6858000"/>
              <a:gd name="connsiteX9" fmla="*/ 1443228 w 12188952"/>
              <a:gd name="connsiteY9" fmla="*/ 2487168 h 6858000"/>
              <a:gd name="connsiteX10" fmla="*/ 4369308 w 12188952"/>
              <a:gd name="connsiteY10" fmla="*/ 2487168 h 6858000"/>
              <a:gd name="connsiteX11" fmla="*/ 4369308 w 12188952"/>
              <a:gd name="connsiteY11" fmla="*/ 2258568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258568"/>
                </a:moveTo>
                <a:lnTo>
                  <a:pt x="7789164" y="2487168"/>
                </a:lnTo>
                <a:lnTo>
                  <a:pt x="10715244" y="2487168"/>
                </a:lnTo>
                <a:lnTo>
                  <a:pt x="10715244" y="2258568"/>
                </a:lnTo>
                <a:close/>
                <a:moveTo>
                  <a:pt x="4634484" y="2258568"/>
                </a:moveTo>
                <a:lnTo>
                  <a:pt x="4634484" y="2487168"/>
                </a:lnTo>
                <a:lnTo>
                  <a:pt x="7560564" y="2487168"/>
                </a:lnTo>
                <a:lnTo>
                  <a:pt x="7560564" y="2258568"/>
                </a:lnTo>
                <a:close/>
                <a:moveTo>
                  <a:pt x="1443228" y="2258568"/>
                </a:moveTo>
                <a:lnTo>
                  <a:pt x="1443228" y="2487168"/>
                </a:lnTo>
                <a:lnTo>
                  <a:pt x="4369308" y="2487168"/>
                </a:lnTo>
                <a:lnTo>
                  <a:pt x="4369308" y="225856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444752" y="2487165"/>
            <a:ext cx="2926080" cy="2714379"/>
          </a:xfrm>
          <a:solidFill>
            <a:schemeClr val="bg1">
              <a:alpha val="85000"/>
            </a:schemeClr>
          </a:solidFill>
        </p:spPr>
        <p:txBody>
          <a:bodyPr tIns="429768">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2</a:t>
            </a:r>
            <a:endParaRPr lang="en-ZA"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463600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3</a:t>
            </a:r>
            <a:endParaRPr lang="en-ZA" dirty="0"/>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79068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4</a:t>
            </a:r>
            <a:endParaRPr lang="en-ZA" dirty="0"/>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6" name="Date Placeholder 4">
            <a:extLst>
              <a:ext uri="{FF2B5EF4-FFF2-40B4-BE49-F238E27FC236}">
                <a16:creationId xmlns:a16="http://schemas.microsoft.com/office/drawing/2014/main" id="{C0256D1E-8A29-4C0A-8641-E823E877CF86}"/>
              </a:ext>
            </a:extLst>
          </p:cNvPr>
          <p:cNvSpPr>
            <a:spLocks noGrp="1"/>
          </p:cNvSpPr>
          <p:nvPr>
            <p:ph type="dt" sz="half" idx="39"/>
          </p:nvPr>
        </p:nvSpPr>
        <p:spPr>
          <a:xfrm>
            <a:off x="838200" y="6356350"/>
            <a:ext cx="2743200" cy="365125"/>
          </a:xfrm>
        </p:spPr>
        <p:txBody>
          <a:bodyPr/>
          <a:lstStyle>
            <a:lvl1pPr>
              <a:defRPr>
                <a:solidFill>
                  <a:schemeClr val="bg1"/>
                </a:solidFill>
              </a:defRPr>
            </a:lvl1pPr>
          </a:lstStyle>
          <a:p>
            <a:r>
              <a:rPr lang="en-US" dirty="0"/>
              <a:t>7/14/20XX</a:t>
            </a:r>
          </a:p>
        </p:txBody>
      </p:sp>
      <p:sp>
        <p:nvSpPr>
          <p:cNvPr id="26" name="Rectangle 25">
            <a:extLst>
              <a:ext uri="{FF2B5EF4-FFF2-40B4-BE49-F238E27FC236}">
                <a16:creationId xmlns:a16="http://schemas.microsoft.com/office/drawing/2014/main" id="{370B45ED-DCCD-4701-9ACC-9C83B74D1710}"/>
              </a:ext>
              <a:ext uri="{C183D7F6-B498-43B3-948B-1728B52AA6E4}">
                <adec:decorative xmlns:adec="http://schemas.microsoft.com/office/drawing/2017/decorative" val="1"/>
              </a:ext>
            </a:extLst>
          </p:cNvPr>
          <p:cNvSpPr/>
          <p:nvPr userDrawn="1"/>
        </p:nvSpPr>
        <p:spPr>
          <a:xfrm>
            <a:off x="1444752"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09508955-3B0C-44CA-B1F9-AD0E70CDB035}"/>
              </a:ext>
              <a:ext uri="{C183D7F6-B498-43B3-948B-1728B52AA6E4}">
                <adec:decorative xmlns:adec="http://schemas.microsoft.com/office/drawing/2017/decorative" val="1"/>
              </a:ext>
            </a:extLst>
          </p:cNvPr>
          <p:cNvSpPr/>
          <p:nvPr userDrawn="1"/>
        </p:nvSpPr>
        <p:spPr>
          <a:xfrm>
            <a:off x="463600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8612ACAA-EEDE-4C74-AF6C-6A7D06F73BAB}"/>
              </a:ext>
              <a:ext uri="{C183D7F6-B498-43B3-948B-1728B52AA6E4}">
                <adec:decorative xmlns:adec="http://schemas.microsoft.com/office/drawing/2017/decorative" val="1"/>
              </a:ext>
            </a:extLst>
          </p:cNvPr>
          <p:cNvSpPr/>
          <p:nvPr userDrawn="1"/>
        </p:nvSpPr>
        <p:spPr>
          <a:xfrm>
            <a:off x="779068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8602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22" name="Picture Placeholder 10">
            <a:extLst>
              <a:ext uri="{FF2B5EF4-FFF2-40B4-BE49-F238E27FC236}">
                <a16:creationId xmlns:a16="http://schemas.microsoft.com/office/drawing/2014/main" id="{27AEA2E6-E265-44DE-9F3F-657ECFF5D138}"/>
              </a:ext>
            </a:extLst>
          </p:cNvPr>
          <p:cNvSpPr>
            <a:spLocks noGrp="1"/>
          </p:cNvSpPr>
          <p:nvPr>
            <p:ph type="pic" sz="quarter" idx="34"/>
          </p:nvPr>
        </p:nvSpPr>
        <p:spPr>
          <a:xfrm>
            <a:off x="1524" y="0"/>
            <a:ext cx="12188952" cy="6858000"/>
          </a:xfrm>
          <a:solidFill>
            <a:schemeClr val="accent6">
              <a:lumMod val="20000"/>
              <a:lumOff val="80000"/>
            </a:schemeClr>
          </a:solidFill>
        </p:spPr>
        <p:txBody>
          <a:bodyPr/>
          <a:lstStyle/>
          <a:p>
            <a:r>
              <a:rPr lang="en-US"/>
              <a:t>Click icon to add picture</a:t>
            </a:r>
            <a:endParaRPr lang="en-US" dirty="0"/>
          </a:p>
        </p:txBody>
      </p:sp>
      <p:sp>
        <p:nvSpPr>
          <p:cNvPr id="5" name="Text Placeholder 4">
            <a:extLst>
              <a:ext uri="{FF2B5EF4-FFF2-40B4-BE49-F238E27FC236}">
                <a16:creationId xmlns:a16="http://schemas.microsoft.com/office/drawing/2014/main" id="{1C37569F-733B-494F-B7CB-231805209077}"/>
              </a:ext>
            </a:extLst>
          </p:cNvPr>
          <p:cNvSpPr>
            <a:spLocks noGrp="1"/>
          </p:cNvSpPr>
          <p:nvPr>
            <p:ph type="body" sz="quarter" idx="39" hasCustomPrompt="1"/>
          </p:nvPr>
        </p:nvSpPr>
        <p:spPr>
          <a:xfrm>
            <a:off x="0" y="2258568"/>
            <a:ext cx="12190476" cy="2743200"/>
          </a:xfrm>
          <a:solidFill>
            <a:schemeClr val="accent2">
              <a:alpha val="95000"/>
            </a:schemeClr>
          </a:solidFill>
        </p:spPr>
        <p:txBody>
          <a:bodyPr/>
          <a:lstStyle>
            <a:lvl1pPr marL="0" indent="0">
              <a:buNone/>
              <a:defRPr/>
            </a:lvl1pPr>
          </a:lstStyle>
          <a:p>
            <a:pPr lvl="0"/>
            <a:r>
              <a:rPr lang="en-US" dirty="0"/>
              <a:t> </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767130" y="2752344"/>
            <a:ext cx="2560320" cy="603504"/>
          </a:xfrm>
          <a:prstGeom prst="rect">
            <a:avLst/>
          </a:prstGeom>
          <a:noFill/>
        </p:spPr>
        <p:txBody>
          <a:bodyPr anchor="ctr" anchorCtr="0">
            <a:normAutofit/>
          </a:bodyPr>
          <a:lstStyle>
            <a:lvl1pPr marL="0" indent="0" algn="ctr">
              <a:spcBef>
                <a:spcPts val="0"/>
              </a:spcBef>
              <a:spcAft>
                <a:spcPts val="0"/>
              </a:spcAft>
              <a:buNone/>
              <a:defRPr sz="3600">
                <a:solidFill>
                  <a:schemeClr val="accent2">
                    <a:lumMod val="20000"/>
                    <a:lumOff val="80000"/>
                  </a:schemeClr>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1</a:t>
            </a:r>
            <a:endParaRPr lang="en-ZA" dirty="0"/>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15840"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dirty="0"/>
              <a:t>2</a:t>
            </a:r>
            <a:endParaRPr lang="en-ZA" dirty="0"/>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7867194"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dirty="0"/>
              <a:t>3</a:t>
            </a:r>
            <a:endParaRPr lang="en-ZA" dirty="0"/>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76713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1584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7867194"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dirty="0"/>
              <a:t>7/14/20XX</a:t>
            </a:r>
          </a:p>
        </p:txBody>
      </p:sp>
    </p:spTree>
    <p:extLst>
      <p:ext uri="{BB962C8B-B14F-4D97-AF65-F5344CB8AC3E}">
        <p14:creationId xmlns:p14="http://schemas.microsoft.com/office/powerpoint/2010/main" val="287640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CB2621B9-2641-4DA3-B7D6-D577C25CF2E9}"/>
              </a:ext>
            </a:extLst>
          </p:cNvPr>
          <p:cNvSpPr>
            <a:spLocks noGrp="1"/>
          </p:cNvSpPr>
          <p:nvPr>
            <p:ph type="pic" sz="quarter" idx="34"/>
          </p:nvPr>
        </p:nvSpPr>
        <p:spPr>
          <a:xfrm>
            <a:off x="1524" y="0"/>
            <a:ext cx="12188952" cy="6858000"/>
          </a:xfrm>
          <a:custGeom>
            <a:avLst/>
            <a:gdLst>
              <a:gd name="connsiteX0" fmla="*/ 1030351 w 12188952"/>
              <a:gd name="connsiteY0" fmla="*/ 3231845 h 6858000"/>
              <a:gd name="connsiteX1" fmla="*/ 1030351 w 12188952"/>
              <a:gd name="connsiteY1" fmla="*/ 3460445 h 6858000"/>
              <a:gd name="connsiteX2" fmla="*/ 11122333 w 12188952"/>
              <a:gd name="connsiteY2" fmla="*/ 3460445 h 6858000"/>
              <a:gd name="connsiteX3" fmla="*/ 11122333 w 12188952"/>
              <a:gd name="connsiteY3" fmla="*/ 32318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30351" y="3231845"/>
                </a:moveTo>
                <a:lnTo>
                  <a:pt x="1030351" y="3460445"/>
                </a:lnTo>
                <a:lnTo>
                  <a:pt x="11122333" y="3460445"/>
                </a:lnTo>
                <a:lnTo>
                  <a:pt x="11122333" y="32318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069848" y="2121408"/>
            <a:ext cx="2560320" cy="914400"/>
          </a:xfrm>
          <a:prstGeom prst="rect">
            <a:avLst/>
          </a:prstGeom>
          <a:noFill/>
        </p:spPr>
        <p:txBody>
          <a:bodyPr anchor="b">
            <a:noAutofit/>
          </a:bodyPr>
          <a:lstStyle>
            <a:lvl1pPr marL="0" indent="0" algn="ctr">
              <a:spcBef>
                <a:spcPts val="0"/>
              </a:spcBef>
              <a:spcAft>
                <a:spcPts val="0"/>
              </a:spcAft>
              <a:buNone/>
              <a:defRPr sz="6000">
                <a:ln w="15875">
                  <a:solidFill>
                    <a:schemeClr val="bg1">
                      <a:lumMod val="85000"/>
                    </a:schemeClr>
                  </a:solidFill>
                </a:ln>
                <a:no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1</a:t>
            </a:r>
            <a:endParaRPr lang="en-ZA" dirty="0"/>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00600" y="2121408"/>
            <a:ext cx="2560320"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dirty="0"/>
              <a:t>2</a:t>
            </a:r>
            <a:endParaRPr lang="en-ZA" dirty="0"/>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8531351" y="2121408"/>
            <a:ext cx="2592505"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dirty="0"/>
              <a:t>3</a:t>
            </a:r>
            <a:endParaRPr lang="en-ZA" dirty="0"/>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069848"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00600"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8531352"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dirty="0"/>
              <a:t>7/14/20XX</a:t>
            </a:r>
          </a:p>
        </p:txBody>
      </p:sp>
      <p:sp>
        <p:nvSpPr>
          <p:cNvPr id="19" name="Rectangle 18">
            <a:extLst>
              <a:ext uri="{FF2B5EF4-FFF2-40B4-BE49-F238E27FC236}">
                <a16:creationId xmlns:a16="http://schemas.microsoft.com/office/drawing/2014/main" id="{825807F6-AD25-4B86-8D5C-5DBE4B0D304E}"/>
              </a:ext>
              <a:ext uri="{C183D7F6-B498-43B3-948B-1728B52AA6E4}">
                <adec:decorative xmlns:adec="http://schemas.microsoft.com/office/drawing/2017/decorative" val="1"/>
              </a:ext>
            </a:extLst>
          </p:cNvPr>
          <p:cNvSpPr/>
          <p:nvPr userDrawn="1"/>
        </p:nvSpPr>
        <p:spPr>
          <a:xfrm>
            <a:off x="1031875" y="3231845"/>
            <a:ext cx="1009198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946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7A6EC474-5258-4E26-A871-01200EC78559}"/>
              </a:ext>
            </a:extLst>
          </p:cNvPr>
          <p:cNvSpPr>
            <a:spLocks noGrp="1"/>
          </p:cNvSpPr>
          <p:nvPr>
            <p:ph type="pic" sz="quarter" idx="13"/>
          </p:nvPr>
        </p:nvSpPr>
        <p:spPr>
          <a:xfrm>
            <a:off x="1524" y="0"/>
            <a:ext cx="12188952" cy="6858000"/>
          </a:xfrm>
          <a:custGeom>
            <a:avLst/>
            <a:gdLst>
              <a:gd name="connsiteX0" fmla="*/ 2816352 w 12188952"/>
              <a:gd name="connsiteY0" fmla="*/ 1690688 h 6858000"/>
              <a:gd name="connsiteX1" fmla="*/ 2816352 w 12188952"/>
              <a:gd name="connsiteY1" fmla="*/ 5576888 h 6858000"/>
              <a:gd name="connsiteX2" fmla="*/ 3044952 w 12188952"/>
              <a:gd name="connsiteY2" fmla="*/ 5576888 h 6858000"/>
              <a:gd name="connsiteX3" fmla="*/ 3044952 w 12188952"/>
              <a:gd name="connsiteY3" fmla="*/ 169068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2816352" y="1690688"/>
                </a:moveTo>
                <a:lnTo>
                  <a:pt x="2816352" y="5576888"/>
                </a:lnTo>
                <a:lnTo>
                  <a:pt x="3044952" y="5576888"/>
                </a:lnTo>
                <a:lnTo>
                  <a:pt x="3044952" y="169068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1" name="Text Placeholder 6">
            <a:extLst>
              <a:ext uri="{FF2B5EF4-FFF2-40B4-BE49-F238E27FC236}">
                <a16:creationId xmlns:a16="http://schemas.microsoft.com/office/drawing/2014/main" id="{4F54F31D-9C5E-4286-8D0E-6318D6D19D1E}"/>
              </a:ext>
            </a:extLst>
          </p:cNvPr>
          <p:cNvSpPr>
            <a:spLocks noGrp="1"/>
          </p:cNvSpPr>
          <p:nvPr>
            <p:ph type="body" sz="quarter" idx="25"/>
          </p:nvPr>
        </p:nvSpPr>
        <p:spPr>
          <a:xfrm>
            <a:off x="3048000" y="1690688"/>
            <a:ext cx="9144000" cy="3886200"/>
          </a:xfrm>
          <a:solidFill>
            <a:schemeClr val="bg1">
              <a:alpha val="93000"/>
            </a:schemeClr>
          </a:solidFill>
        </p:spPr>
        <p:txBody>
          <a:bodyPr lIns="411480" tIns="566928" rIns="4937760" bIns="3063240" anchor="b">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FE9E034D-C1DD-48C0-BB6B-FDC6F8EBA558}"/>
              </a:ext>
            </a:extLst>
          </p:cNvPr>
          <p:cNvSpPr>
            <a:spLocks noGrp="1"/>
          </p:cNvSpPr>
          <p:nvPr>
            <p:ph type="title" hasCustomPrompt="1"/>
          </p:nvPr>
        </p:nvSpPr>
        <p:spPr>
          <a:xfrm>
            <a:off x="3383280" y="365125"/>
            <a:ext cx="7894320" cy="1325563"/>
          </a:xfrm>
        </p:spPr>
        <p:txBody>
          <a:bodyPr/>
          <a:lstStyle>
            <a:lvl1pPr algn="l">
              <a:defRPr>
                <a:solidFill>
                  <a:schemeClr val="bg1"/>
                </a:solidFill>
              </a:defRPr>
            </a:lvl1pPr>
          </a:lstStyle>
          <a:p>
            <a:r>
              <a:rPr lang="en-US" dirty="0"/>
              <a:t>CLICK TO EDIT TITLE</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hasCustomPrompt="1"/>
          </p:nvPr>
        </p:nvSpPr>
        <p:spPr>
          <a:xfrm>
            <a:off x="3392488"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7629525" y="1919288"/>
            <a:ext cx="3657600" cy="640080"/>
          </a:xfrm>
        </p:spPr>
        <p:txBody>
          <a:bodyPr anchor="b">
            <a:normAutofit/>
          </a:bodyPr>
          <a:lstStyle>
            <a:lvl1pPr marL="0" indent="0">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hasCustomPrompt="1"/>
          </p:nvPr>
        </p:nvSpPr>
        <p:spPr>
          <a:xfrm>
            <a:off x="7629525"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15" name="Rectangle 14">
            <a:extLst>
              <a:ext uri="{FF2B5EF4-FFF2-40B4-BE49-F238E27FC236}">
                <a16:creationId xmlns:a16="http://schemas.microsoft.com/office/drawing/2014/main" id="{F0D2B628-14C7-401D-8451-24C64BCF3CCA}"/>
              </a:ext>
              <a:ext uri="{C183D7F6-B498-43B3-948B-1728B52AA6E4}">
                <adec:decorative xmlns:adec="http://schemas.microsoft.com/office/drawing/2017/decorative" val="1"/>
              </a:ext>
            </a:extLst>
          </p:cNvPr>
          <p:cNvSpPr/>
          <p:nvPr userDrawn="1"/>
        </p:nvSpPr>
        <p:spPr>
          <a:xfrm>
            <a:off x="2817876"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746981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owth">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121B4B07-1B80-41CF-89AC-82A7628C9D74}"/>
              </a:ext>
            </a:extLst>
          </p:cNvPr>
          <p:cNvSpPr>
            <a:spLocks noGrp="1"/>
          </p:cNvSpPr>
          <p:nvPr>
            <p:ph type="pic" sz="quarter" idx="13"/>
          </p:nvPr>
        </p:nvSpPr>
        <p:spPr>
          <a:xfrm>
            <a:off x="1524" y="0"/>
            <a:ext cx="12188952" cy="6858000"/>
          </a:xfrm>
          <a:custGeom>
            <a:avLst/>
            <a:gdLst>
              <a:gd name="connsiteX0" fmla="*/ 7789164 w 12188952"/>
              <a:gd name="connsiteY0" fmla="*/ 2468880 h 6858000"/>
              <a:gd name="connsiteX1" fmla="*/ 7789164 w 12188952"/>
              <a:gd name="connsiteY1" fmla="*/ 2697480 h 6858000"/>
              <a:gd name="connsiteX2" fmla="*/ 10715244 w 12188952"/>
              <a:gd name="connsiteY2" fmla="*/ 2697480 h 6858000"/>
              <a:gd name="connsiteX3" fmla="*/ 10715244 w 12188952"/>
              <a:gd name="connsiteY3" fmla="*/ 2468880 h 6858000"/>
              <a:gd name="connsiteX4" fmla="*/ 4634484 w 12188952"/>
              <a:gd name="connsiteY4" fmla="*/ 2468880 h 6858000"/>
              <a:gd name="connsiteX5" fmla="*/ 4634484 w 12188952"/>
              <a:gd name="connsiteY5" fmla="*/ 2697480 h 6858000"/>
              <a:gd name="connsiteX6" fmla="*/ 7560564 w 12188952"/>
              <a:gd name="connsiteY6" fmla="*/ 2697480 h 6858000"/>
              <a:gd name="connsiteX7" fmla="*/ 7560564 w 12188952"/>
              <a:gd name="connsiteY7" fmla="*/ 2468880 h 6858000"/>
              <a:gd name="connsiteX8" fmla="*/ 1443228 w 12188952"/>
              <a:gd name="connsiteY8" fmla="*/ 2468880 h 6858000"/>
              <a:gd name="connsiteX9" fmla="*/ 1443228 w 12188952"/>
              <a:gd name="connsiteY9" fmla="*/ 2697480 h 6858000"/>
              <a:gd name="connsiteX10" fmla="*/ 4369308 w 12188952"/>
              <a:gd name="connsiteY10" fmla="*/ 2697480 h 6858000"/>
              <a:gd name="connsiteX11" fmla="*/ 4369308 w 12188952"/>
              <a:gd name="connsiteY11" fmla="*/ 2468880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468880"/>
                </a:moveTo>
                <a:lnTo>
                  <a:pt x="7789164" y="2697480"/>
                </a:lnTo>
                <a:lnTo>
                  <a:pt x="10715244" y="2697480"/>
                </a:lnTo>
                <a:lnTo>
                  <a:pt x="10715244" y="2468880"/>
                </a:lnTo>
                <a:close/>
                <a:moveTo>
                  <a:pt x="4634484" y="2468880"/>
                </a:moveTo>
                <a:lnTo>
                  <a:pt x="4634484" y="2697480"/>
                </a:lnTo>
                <a:lnTo>
                  <a:pt x="7560564" y="2697480"/>
                </a:lnTo>
                <a:lnTo>
                  <a:pt x="7560564" y="2468880"/>
                </a:lnTo>
                <a:close/>
                <a:moveTo>
                  <a:pt x="1443228" y="2468880"/>
                </a:moveTo>
                <a:lnTo>
                  <a:pt x="1443228" y="2697480"/>
                </a:lnTo>
                <a:lnTo>
                  <a:pt x="4369308" y="2697480"/>
                </a:lnTo>
                <a:lnTo>
                  <a:pt x="4369308" y="2468880"/>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4" name="Text Placeholder 3">
            <a:extLst>
              <a:ext uri="{FF2B5EF4-FFF2-40B4-BE49-F238E27FC236}">
                <a16:creationId xmlns:a16="http://schemas.microsoft.com/office/drawing/2014/main" id="{38840922-E552-4901-81AD-E458DA6BF7FE}"/>
              </a:ext>
            </a:extLst>
          </p:cNvPr>
          <p:cNvSpPr>
            <a:spLocks noGrp="1"/>
          </p:cNvSpPr>
          <p:nvPr>
            <p:ph type="body" sz="quarter" idx="39" hasCustomPrompt="1"/>
          </p:nvPr>
        </p:nvSpPr>
        <p:spPr>
          <a:xfrm>
            <a:off x="1066800" y="1525143"/>
            <a:ext cx="10058400" cy="548640"/>
          </a:xfrm>
        </p:spPr>
        <p:txBody>
          <a:bodyPr>
            <a:noAutofit/>
          </a:bodyPr>
          <a:lstStyle>
            <a:lvl1pPr marL="0" indent="0" algn="ctr">
              <a:buNone/>
              <a:defRPr sz="2000">
                <a:solidFill>
                  <a:schemeClr val="bg1"/>
                </a:solidFill>
                <a:latin typeface="+mj-lt"/>
              </a:defRPr>
            </a:lvl1pPr>
            <a:lvl2pPr marL="457200" indent="0" algn="ctr">
              <a:buNone/>
              <a:defRPr sz="2400">
                <a:latin typeface="+mj-lt"/>
              </a:defRPr>
            </a:lvl2pPr>
            <a:lvl3pPr marL="914400" indent="0" algn="ctr">
              <a:buNone/>
              <a:defRPr sz="2400">
                <a:latin typeface="+mj-lt"/>
              </a:defRPr>
            </a:lvl3pPr>
            <a:lvl4pPr marL="1371600" indent="0" algn="ctr">
              <a:buNone/>
              <a:defRPr sz="2400">
                <a:latin typeface="+mj-lt"/>
              </a:defRPr>
            </a:lvl4pPr>
            <a:lvl5pPr marL="1828800" indent="0" algn="ctr">
              <a:buNone/>
              <a:defRPr sz="2400">
                <a:latin typeface="+mj-lt"/>
              </a:defRPr>
            </a:lvl5pPr>
          </a:lstStyle>
          <a:p>
            <a:pPr lvl="0"/>
            <a:r>
              <a:rPr lang="en-US" dirty="0"/>
              <a:t>Click to edit subtitle</a:t>
            </a:r>
          </a:p>
        </p:txBody>
      </p:sp>
      <p:sp>
        <p:nvSpPr>
          <p:cNvPr id="17" name="Date Placeholder 6">
            <a:extLst>
              <a:ext uri="{FF2B5EF4-FFF2-40B4-BE49-F238E27FC236}">
                <a16:creationId xmlns:a16="http://schemas.microsoft.com/office/drawing/2014/main" id="{5DC05003-DC7F-4DC2-9902-F09425302D88}"/>
              </a:ext>
            </a:extLst>
          </p:cNvPr>
          <p:cNvSpPr>
            <a:spLocks noGrp="1"/>
          </p:cNvSpPr>
          <p:nvPr>
            <p:ph type="dt" sz="half" idx="40"/>
          </p:nvPr>
        </p:nvSpPr>
        <p:spPr>
          <a:xfrm>
            <a:off x="838200" y="6356350"/>
            <a:ext cx="2743200" cy="365125"/>
          </a:xfrm>
        </p:spPr>
        <p:txBody>
          <a:bodyPr/>
          <a:lstStyle>
            <a:lvl1pPr>
              <a:defRPr>
                <a:solidFill>
                  <a:schemeClr val="bg1"/>
                </a:solidFill>
              </a:defRPr>
            </a:lvl1pPr>
          </a:lstStyle>
          <a:p>
            <a:r>
              <a:rPr lang="en-US" dirty="0"/>
              <a:t>7/14/20XX</a:t>
            </a:r>
          </a:p>
        </p:txBody>
      </p:sp>
      <p:sp>
        <p:nvSpPr>
          <p:cNvPr id="16" name="Text Placeholder 8">
            <a:extLst>
              <a:ext uri="{FF2B5EF4-FFF2-40B4-BE49-F238E27FC236}">
                <a16:creationId xmlns:a16="http://schemas.microsoft.com/office/drawing/2014/main" id="{7E5DD934-36C9-4200-9B07-20B7B5F9B9D3}"/>
              </a:ext>
            </a:extLst>
          </p:cNvPr>
          <p:cNvSpPr>
            <a:spLocks noGrp="1"/>
          </p:cNvSpPr>
          <p:nvPr>
            <p:ph type="body" sz="quarter" idx="41" hasCustomPrompt="1"/>
          </p:nvPr>
        </p:nvSpPr>
        <p:spPr>
          <a:xfrm>
            <a:off x="1444752" y="2697480"/>
            <a:ext cx="2926080" cy="2504064"/>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2</a:t>
            </a:r>
            <a:endParaRPr lang="en-ZA" dirty="0"/>
          </a:p>
        </p:txBody>
      </p:sp>
      <p:sp>
        <p:nvSpPr>
          <p:cNvPr id="18" name="Text Placeholder 8">
            <a:extLst>
              <a:ext uri="{FF2B5EF4-FFF2-40B4-BE49-F238E27FC236}">
                <a16:creationId xmlns:a16="http://schemas.microsoft.com/office/drawing/2014/main" id="{6131369D-6688-434C-89C0-00892AA26C87}"/>
              </a:ext>
            </a:extLst>
          </p:cNvPr>
          <p:cNvSpPr>
            <a:spLocks noGrp="1"/>
          </p:cNvSpPr>
          <p:nvPr>
            <p:ph type="body" sz="quarter" idx="42" hasCustomPrompt="1"/>
          </p:nvPr>
        </p:nvSpPr>
        <p:spPr>
          <a:xfrm>
            <a:off x="463600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3</a:t>
            </a:r>
            <a:endParaRPr lang="en-ZA" dirty="0"/>
          </a:p>
        </p:txBody>
      </p:sp>
      <p:sp>
        <p:nvSpPr>
          <p:cNvPr id="19" name="Text Placeholder 8">
            <a:extLst>
              <a:ext uri="{FF2B5EF4-FFF2-40B4-BE49-F238E27FC236}">
                <a16:creationId xmlns:a16="http://schemas.microsoft.com/office/drawing/2014/main" id="{255864CA-BF08-4C2C-88EB-589BDFBE27B3}"/>
              </a:ext>
            </a:extLst>
          </p:cNvPr>
          <p:cNvSpPr>
            <a:spLocks noGrp="1"/>
          </p:cNvSpPr>
          <p:nvPr>
            <p:ph type="body" sz="quarter" idx="43" hasCustomPrompt="1"/>
          </p:nvPr>
        </p:nvSpPr>
        <p:spPr>
          <a:xfrm>
            <a:off x="779068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4</a:t>
            </a:r>
            <a:endParaRPr lang="en-ZA" dirty="0"/>
          </a:p>
        </p:txBody>
      </p:sp>
      <p:sp>
        <p:nvSpPr>
          <p:cNvPr id="29" name="Rectangle 28">
            <a:extLst>
              <a:ext uri="{FF2B5EF4-FFF2-40B4-BE49-F238E27FC236}">
                <a16:creationId xmlns:a16="http://schemas.microsoft.com/office/drawing/2014/main" id="{9B0287FA-646A-4E57-8C1A-1931B75F19B1}"/>
              </a:ext>
              <a:ext uri="{C183D7F6-B498-43B3-948B-1728B52AA6E4}">
                <adec:decorative xmlns:adec="http://schemas.microsoft.com/office/drawing/2017/decorative" val="1"/>
              </a:ext>
            </a:extLst>
          </p:cNvPr>
          <p:cNvSpPr/>
          <p:nvPr userDrawn="1"/>
        </p:nvSpPr>
        <p:spPr>
          <a:xfrm>
            <a:off x="463600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3ED43C36-F674-49C6-8542-3721B150B182}"/>
              </a:ext>
              <a:ext uri="{C183D7F6-B498-43B3-948B-1728B52AA6E4}">
                <adec:decorative xmlns:adec="http://schemas.microsoft.com/office/drawing/2017/decorative" val="1"/>
              </a:ext>
            </a:extLst>
          </p:cNvPr>
          <p:cNvSpPr/>
          <p:nvPr userDrawn="1"/>
        </p:nvSpPr>
        <p:spPr>
          <a:xfrm>
            <a:off x="779068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CCF3302-2960-44AC-A88C-4C281751163B}"/>
              </a:ext>
              <a:ext uri="{C183D7F6-B498-43B3-948B-1728B52AA6E4}">
                <adec:decorative xmlns:adec="http://schemas.microsoft.com/office/drawing/2017/decorative" val="1"/>
              </a:ext>
            </a:extLst>
          </p:cNvPr>
          <p:cNvSpPr/>
          <p:nvPr userDrawn="1"/>
        </p:nvSpPr>
        <p:spPr>
          <a:xfrm>
            <a:off x="1444752"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Tree>
    <p:extLst>
      <p:ext uri="{BB962C8B-B14F-4D97-AF65-F5344CB8AC3E}">
        <p14:creationId xmlns:p14="http://schemas.microsoft.com/office/powerpoint/2010/main" val="309957838"/>
      </p:ext>
    </p:extLst>
  </p:cSld>
  <p:clrMapOvr>
    <a:masterClrMapping/>
  </p:clrMapOvr>
  <p:extLst>
    <p:ext uri="{DCECCB84-F9BA-43D5-87BE-67443E8EF086}">
      <p15:sldGuideLst xmlns:p15="http://schemas.microsoft.com/office/powerpoint/2012/main">
        <p15:guide id="1" orient="horz" pos="7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dirty="0"/>
          </a:p>
        </p:txBody>
      </p:sp>
      <p:sp>
        <p:nvSpPr>
          <p:cNvPr id="15" name="Text Placeholder 5">
            <a:extLst>
              <a:ext uri="{FF2B5EF4-FFF2-40B4-BE49-F238E27FC236}">
                <a16:creationId xmlns:a16="http://schemas.microsoft.com/office/drawing/2014/main" id="{5487709A-3CB5-4242-9D31-5DAC5D0494A9}"/>
              </a:ext>
            </a:extLst>
          </p:cNvPr>
          <p:cNvSpPr>
            <a:spLocks noGrp="1"/>
          </p:cNvSpPr>
          <p:nvPr>
            <p:ph type="body" sz="quarter" idx="12" hasCustomPrompt="1"/>
          </p:nvPr>
        </p:nvSpPr>
        <p:spPr>
          <a:xfrm>
            <a:off x="5109000" y="2130552"/>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dirty="0"/>
              <a:t>Quadrant Title</a:t>
            </a:r>
          </a:p>
        </p:txBody>
      </p:sp>
      <p:sp>
        <p:nvSpPr>
          <p:cNvPr id="16" name="Text Placeholder 5">
            <a:extLst>
              <a:ext uri="{FF2B5EF4-FFF2-40B4-BE49-F238E27FC236}">
                <a16:creationId xmlns:a16="http://schemas.microsoft.com/office/drawing/2014/main" id="{D81AA656-0DD9-4717-8FC2-4C8C03D0634D}"/>
              </a:ext>
            </a:extLst>
          </p:cNvPr>
          <p:cNvSpPr>
            <a:spLocks noGrp="1"/>
          </p:cNvSpPr>
          <p:nvPr>
            <p:ph type="body" sz="quarter" idx="13" hasCustomPrompt="1"/>
          </p:nvPr>
        </p:nvSpPr>
        <p:spPr>
          <a:xfrm>
            <a:off x="5109000" y="5184648"/>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dirty="0"/>
              <a:t>Quadrant Title</a:t>
            </a:r>
          </a:p>
        </p:txBody>
      </p:sp>
      <p:sp>
        <p:nvSpPr>
          <p:cNvPr id="17" name="Text Placeholder 5">
            <a:extLst>
              <a:ext uri="{FF2B5EF4-FFF2-40B4-BE49-F238E27FC236}">
                <a16:creationId xmlns:a16="http://schemas.microsoft.com/office/drawing/2014/main" id="{970652C9-A2DF-48D4-9530-B3F495F7A401}"/>
              </a:ext>
            </a:extLst>
          </p:cNvPr>
          <p:cNvSpPr>
            <a:spLocks noGrp="1"/>
          </p:cNvSpPr>
          <p:nvPr>
            <p:ph type="body" sz="quarter" idx="14" hasCustomPrompt="1"/>
          </p:nvPr>
        </p:nvSpPr>
        <p:spPr>
          <a:xfrm>
            <a:off x="841248" y="3273552"/>
            <a:ext cx="2011680" cy="274320"/>
          </a:xfrm>
        </p:spPr>
        <p:txBody>
          <a:bodyPr/>
          <a:lstStyle>
            <a:lvl1pPr marL="0" indent="0" algn="l">
              <a:buFont typeface="Arial" panose="020B0604020202020204" pitchFamily="34" charset="0"/>
              <a:buNone/>
              <a:defRPr sz="1400">
                <a:solidFill>
                  <a:schemeClr val="tx1"/>
                </a:solidFill>
                <a:latin typeface="+mj-lt"/>
              </a:defRPr>
            </a:lvl1pPr>
          </a:lstStyle>
          <a:p>
            <a:pPr lvl="0"/>
            <a:r>
              <a:rPr lang="en-US" dirty="0"/>
              <a:t>Quadrant Title</a:t>
            </a:r>
          </a:p>
        </p:txBody>
      </p:sp>
      <p:sp>
        <p:nvSpPr>
          <p:cNvPr id="18" name="Text Placeholder 5">
            <a:extLst>
              <a:ext uri="{FF2B5EF4-FFF2-40B4-BE49-F238E27FC236}">
                <a16:creationId xmlns:a16="http://schemas.microsoft.com/office/drawing/2014/main" id="{FBD279E7-C7DE-4501-9F36-BA9F05FFFF5C}"/>
              </a:ext>
            </a:extLst>
          </p:cNvPr>
          <p:cNvSpPr>
            <a:spLocks noGrp="1"/>
          </p:cNvSpPr>
          <p:nvPr>
            <p:ph type="body" sz="quarter" idx="15" hasCustomPrompt="1"/>
          </p:nvPr>
        </p:nvSpPr>
        <p:spPr>
          <a:xfrm>
            <a:off x="9345168" y="3273552"/>
            <a:ext cx="2011680" cy="274320"/>
          </a:xfrm>
        </p:spPr>
        <p:txBody>
          <a:bodyPr/>
          <a:lstStyle>
            <a:lvl1pPr marL="0" indent="0" algn="r">
              <a:buFont typeface="Arial" panose="020B0604020202020204" pitchFamily="34" charset="0"/>
              <a:buNone/>
              <a:defRPr sz="1400">
                <a:solidFill>
                  <a:schemeClr val="tx1"/>
                </a:solidFill>
                <a:latin typeface="+mj-lt"/>
              </a:defRPr>
            </a:lvl1pPr>
          </a:lstStyle>
          <a:p>
            <a:pPr lvl="0"/>
            <a:r>
              <a:rPr lang="en-US" dirty="0"/>
              <a:t>Quadrant Title</a:t>
            </a:r>
          </a:p>
        </p:txBody>
      </p:sp>
      <p:cxnSp>
        <p:nvCxnSpPr>
          <p:cNvPr id="19" name="Straight Connector 18">
            <a:extLst>
              <a:ext uri="{FF2B5EF4-FFF2-40B4-BE49-F238E27FC236}">
                <a16:creationId xmlns:a16="http://schemas.microsoft.com/office/drawing/2014/main" id="{514BA6D1-4FDE-40E9-9F24-4719889A55F7}"/>
              </a:ext>
            </a:extLst>
          </p:cNvPr>
          <p:cNvCxnSpPr>
            <a:cxnSpLocks/>
          </p:cNvCxnSpPr>
          <p:nvPr userDrawn="1"/>
        </p:nvCxnSpPr>
        <p:spPr>
          <a:xfrm>
            <a:off x="929640" y="3631616"/>
            <a:ext cx="1033272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A3B553-82A9-403C-B8D4-D8C8A4A395B7}"/>
              </a:ext>
            </a:extLst>
          </p:cNvPr>
          <p:cNvCxnSpPr>
            <a:cxnSpLocks/>
          </p:cNvCxnSpPr>
          <p:nvPr userDrawn="1"/>
        </p:nvCxnSpPr>
        <p:spPr>
          <a:xfrm>
            <a:off x="6096000" y="2473690"/>
            <a:ext cx="0" cy="256032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Date Placeholder 4">
            <a:extLst>
              <a:ext uri="{FF2B5EF4-FFF2-40B4-BE49-F238E27FC236}">
                <a16:creationId xmlns:a16="http://schemas.microsoft.com/office/drawing/2014/main" id="{25C7676A-1D83-4D31-9C74-59C46F152534}"/>
              </a:ext>
            </a:extLst>
          </p:cNvPr>
          <p:cNvSpPr>
            <a:spLocks noGrp="1"/>
          </p:cNvSpPr>
          <p:nvPr>
            <p:ph type="dt" sz="half" idx="16"/>
          </p:nvPr>
        </p:nvSpPr>
        <p:spPr>
          <a:xfrm>
            <a:off x="838200" y="6356350"/>
            <a:ext cx="2743200" cy="365125"/>
          </a:xfrm>
        </p:spPr>
        <p:txBody>
          <a:bodyPr/>
          <a:lstStyle>
            <a:lvl1pPr>
              <a:defRPr>
                <a:solidFill>
                  <a:schemeClr val="tx1">
                    <a:lumMod val="65000"/>
                    <a:lumOff val="35000"/>
                  </a:schemeClr>
                </a:solidFill>
              </a:defRPr>
            </a:lvl1pPr>
          </a:lstStyle>
          <a:p>
            <a:r>
              <a:rPr lang="en-US" dirty="0"/>
              <a:t>7/14/20XX</a:t>
            </a:r>
          </a:p>
        </p:txBody>
      </p:sp>
    </p:spTree>
    <p:extLst>
      <p:ext uri="{BB962C8B-B14F-4D97-AF65-F5344CB8AC3E}">
        <p14:creationId xmlns:p14="http://schemas.microsoft.com/office/powerpoint/2010/main" val="48790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034D-C1DD-48C0-BB6B-FDC6F8EBA558}"/>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p:nvPr>
        </p:nvSpPr>
        <p:spPr>
          <a:xfrm>
            <a:off x="839788" y="1933902"/>
            <a:ext cx="5157787"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p:nvPr>
        </p:nvSpPr>
        <p:spPr>
          <a:xfrm>
            <a:off x="6172200" y="1933902"/>
            <a:ext cx="5183188"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ADF6BB91-26DF-45B2-B1D3-508C39F349CD}"/>
              </a:ext>
            </a:extLst>
          </p:cNvPr>
          <p:cNvSpPr>
            <a:spLocks noGrp="1"/>
          </p:cNvSpPr>
          <p:nvPr>
            <p:ph type="body" sz="quarter" idx="13" hasCustomPrompt="1"/>
          </p:nvPr>
        </p:nvSpPr>
        <p:spPr>
          <a:xfrm>
            <a:off x="836613" y="1482296"/>
            <a:ext cx="8321040" cy="365125"/>
          </a:xfrm>
        </p:spPr>
        <p:txBody>
          <a:bodyPr>
            <a:noAutofit/>
          </a:bodyPr>
          <a:lstStyle>
            <a:lvl1pPr marL="0" indent="0">
              <a:buNone/>
              <a:defRPr sz="2000">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Click to edit subtitle</a:t>
            </a:r>
          </a:p>
        </p:txBody>
      </p:sp>
    </p:spTree>
    <p:extLst>
      <p:ext uri="{BB962C8B-B14F-4D97-AF65-F5344CB8AC3E}">
        <p14:creationId xmlns:p14="http://schemas.microsoft.com/office/powerpoint/2010/main" val="692630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dirty="0"/>
          </a:p>
        </p:txBody>
      </p:sp>
      <p:sp>
        <p:nvSpPr>
          <p:cNvPr id="38" name="Text Placeholder 10">
            <a:extLst>
              <a:ext uri="{FF2B5EF4-FFF2-40B4-BE49-F238E27FC236}">
                <a16:creationId xmlns:a16="http://schemas.microsoft.com/office/drawing/2014/main" id="{51F6740D-79A8-4846-A90A-F1FF9BBDD00D}"/>
              </a:ext>
            </a:extLst>
          </p:cNvPr>
          <p:cNvSpPr>
            <a:spLocks noGrp="1"/>
          </p:cNvSpPr>
          <p:nvPr>
            <p:ph type="body" sz="quarter" idx="33" hasCustomPrompt="1"/>
          </p:nvPr>
        </p:nvSpPr>
        <p:spPr>
          <a:xfrm>
            <a:off x="914399" y="3422952"/>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dirty="0"/>
              <a:t>Year</a:t>
            </a:r>
            <a:endParaRPr lang="en-ZA" dirty="0"/>
          </a:p>
        </p:txBody>
      </p:sp>
      <p:sp>
        <p:nvSpPr>
          <p:cNvPr id="39" name="Text Placeholder 10">
            <a:extLst>
              <a:ext uri="{FF2B5EF4-FFF2-40B4-BE49-F238E27FC236}">
                <a16:creationId xmlns:a16="http://schemas.microsoft.com/office/drawing/2014/main" id="{93E06E79-FBB7-4594-8FC7-631D174541D7}"/>
              </a:ext>
            </a:extLst>
          </p:cNvPr>
          <p:cNvSpPr>
            <a:spLocks noGrp="1"/>
          </p:cNvSpPr>
          <p:nvPr>
            <p:ph type="body" sz="quarter" idx="34" hasCustomPrompt="1"/>
          </p:nvPr>
        </p:nvSpPr>
        <p:spPr>
          <a:xfrm>
            <a:off x="19659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0" name="Text Placeholder 10">
            <a:extLst>
              <a:ext uri="{FF2B5EF4-FFF2-40B4-BE49-F238E27FC236}">
                <a16:creationId xmlns:a16="http://schemas.microsoft.com/office/drawing/2014/main" id="{5B6D7F47-7406-4B82-8180-F3AD59BC6561}"/>
              </a:ext>
            </a:extLst>
          </p:cNvPr>
          <p:cNvSpPr>
            <a:spLocks noGrp="1"/>
          </p:cNvSpPr>
          <p:nvPr>
            <p:ph type="body" sz="quarter" idx="35" hasCustomPrompt="1"/>
          </p:nvPr>
        </p:nvSpPr>
        <p:spPr>
          <a:xfrm>
            <a:off x="275388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1" name="Text Placeholder 10">
            <a:extLst>
              <a:ext uri="{FF2B5EF4-FFF2-40B4-BE49-F238E27FC236}">
                <a16:creationId xmlns:a16="http://schemas.microsoft.com/office/drawing/2014/main" id="{5B79AE07-3E86-4374-9F86-8B70E8158AB1}"/>
              </a:ext>
            </a:extLst>
          </p:cNvPr>
          <p:cNvSpPr>
            <a:spLocks noGrp="1"/>
          </p:cNvSpPr>
          <p:nvPr>
            <p:ph type="body" sz="quarter" idx="36" hasCustomPrompt="1"/>
          </p:nvPr>
        </p:nvSpPr>
        <p:spPr>
          <a:xfrm>
            <a:off x="354180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2" name="Text Placeholder 10">
            <a:extLst>
              <a:ext uri="{FF2B5EF4-FFF2-40B4-BE49-F238E27FC236}">
                <a16:creationId xmlns:a16="http://schemas.microsoft.com/office/drawing/2014/main" id="{C939686F-A239-4AFE-AF56-38497CCD7491}"/>
              </a:ext>
            </a:extLst>
          </p:cNvPr>
          <p:cNvSpPr>
            <a:spLocks noGrp="1"/>
          </p:cNvSpPr>
          <p:nvPr>
            <p:ph type="body" sz="quarter" idx="37" hasCustomPrompt="1"/>
          </p:nvPr>
        </p:nvSpPr>
        <p:spPr>
          <a:xfrm>
            <a:off x="432972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3" name="Text Placeholder 10">
            <a:extLst>
              <a:ext uri="{FF2B5EF4-FFF2-40B4-BE49-F238E27FC236}">
                <a16:creationId xmlns:a16="http://schemas.microsoft.com/office/drawing/2014/main" id="{A634BB4E-B10D-4761-A0B8-EBC734EC96DD}"/>
              </a:ext>
            </a:extLst>
          </p:cNvPr>
          <p:cNvSpPr>
            <a:spLocks noGrp="1"/>
          </p:cNvSpPr>
          <p:nvPr>
            <p:ph type="body" sz="quarter" idx="38" hasCustomPrompt="1"/>
          </p:nvPr>
        </p:nvSpPr>
        <p:spPr>
          <a:xfrm>
            <a:off x="914400" y="4224228"/>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dirty="0"/>
              <a:t>Year</a:t>
            </a:r>
            <a:endParaRPr lang="en-ZA" dirty="0"/>
          </a:p>
        </p:txBody>
      </p:sp>
      <p:sp>
        <p:nvSpPr>
          <p:cNvPr id="44" name="Text Placeholder 10">
            <a:extLst>
              <a:ext uri="{FF2B5EF4-FFF2-40B4-BE49-F238E27FC236}">
                <a16:creationId xmlns:a16="http://schemas.microsoft.com/office/drawing/2014/main" id="{869255BD-A63E-4BFC-9D2A-E5EABC1DCD81}"/>
              </a:ext>
            </a:extLst>
          </p:cNvPr>
          <p:cNvSpPr>
            <a:spLocks noGrp="1"/>
          </p:cNvSpPr>
          <p:nvPr>
            <p:ph type="body" sz="quarter" idx="39" hasCustomPrompt="1"/>
          </p:nvPr>
        </p:nvSpPr>
        <p:spPr>
          <a:xfrm>
            <a:off x="511764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5" name="Text Placeholder 10">
            <a:extLst>
              <a:ext uri="{FF2B5EF4-FFF2-40B4-BE49-F238E27FC236}">
                <a16:creationId xmlns:a16="http://schemas.microsoft.com/office/drawing/2014/main" id="{31C27FFA-6FA2-4F90-9543-8AE7E5B90E48}"/>
              </a:ext>
            </a:extLst>
          </p:cNvPr>
          <p:cNvSpPr>
            <a:spLocks noGrp="1"/>
          </p:cNvSpPr>
          <p:nvPr>
            <p:ph type="body" sz="quarter" idx="40" hasCustomPrompt="1"/>
          </p:nvPr>
        </p:nvSpPr>
        <p:spPr>
          <a:xfrm>
            <a:off x="59055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6" name="Text Placeholder 10">
            <a:extLst>
              <a:ext uri="{FF2B5EF4-FFF2-40B4-BE49-F238E27FC236}">
                <a16:creationId xmlns:a16="http://schemas.microsoft.com/office/drawing/2014/main" id="{DAA9F46A-F074-488E-91DA-AAC5D23406E1}"/>
              </a:ext>
            </a:extLst>
          </p:cNvPr>
          <p:cNvSpPr>
            <a:spLocks noGrp="1"/>
          </p:cNvSpPr>
          <p:nvPr>
            <p:ph type="body" sz="quarter" idx="41" hasCustomPrompt="1"/>
          </p:nvPr>
        </p:nvSpPr>
        <p:spPr>
          <a:xfrm>
            <a:off x="669348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7" name="Text Placeholder 10">
            <a:extLst>
              <a:ext uri="{FF2B5EF4-FFF2-40B4-BE49-F238E27FC236}">
                <a16:creationId xmlns:a16="http://schemas.microsoft.com/office/drawing/2014/main" id="{24F6FE0C-DA66-4BE4-B1CB-AE552497A035}"/>
              </a:ext>
            </a:extLst>
          </p:cNvPr>
          <p:cNvSpPr>
            <a:spLocks noGrp="1"/>
          </p:cNvSpPr>
          <p:nvPr>
            <p:ph type="body" sz="quarter" idx="42" hasCustomPrompt="1"/>
          </p:nvPr>
        </p:nvSpPr>
        <p:spPr>
          <a:xfrm>
            <a:off x="905724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8" name="Text Placeholder 10">
            <a:extLst>
              <a:ext uri="{FF2B5EF4-FFF2-40B4-BE49-F238E27FC236}">
                <a16:creationId xmlns:a16="http://schemas.microsoft.com/office/drawing/2014/main" id="{E02CB3CF-9E17-4C7C-913F-21EFADB96CBD}"/>
              </a:ext>
            </a:extLst>
          </p:cNvPr>
          <p:cNvSpPr>
            <a:spLocks noGrp="1"/>
          </p:cNvSpPr>
          <p:nvPr>
            <p:ph type="body" sz="quarter" idx="43" hasCustomPrompt="1"/>
          </p:nvPr>
        </p:nvSpPr>
        <p:spPr>
          <a:xfrm>
            <a:off x="748140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9" name="Text Placeholder 10">
            <a:extLst>
              <a:ext uri="{FF2B5EF4-FFF2-40B4-BE49-F238E27FC236}">
                <a16:creationId xmlns:a16="http://schemas.microsoft.com/office/drawing/2014/main" id="{D3AC456D-7AB5-4BB9-8F76-B607929996B1}"/>
              </a:ext>
            </a:extLst>
          </p:cNvPr>
          <p:cNvSpPr>
            <a:spLocks noGrp="1"/>
          </p:cNvSpPr>
          <p:nvPr>
            <p:ph type="body" sz="quarter" idx="44" hasCustomPrompt="1"/>
          </p:nvPr>
        </p:nvSpPr>
        <p:spPr>
          <a:xfrm>
            <a:off x="826932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0" name="Text Placeholder 10">
            <a:extLst>
              <a:ext uri="{FF2B5EF4-FFF2-40B4-BE49-F238E27FC236}">
                <a16:creationId xmlns:a16="http://schemas.microsoft.com/office/drawing/2014/main" id="{C5E41A6A-28FF-4A75-BA52-2FA05EE92EC7}"/>
              </a:ext>
            </a:extLst>
          </p:cNvPr>
          <p:cNvSpPr>
            <a:spLocks noGrp="1"/>
          </p:cNvSpPr>
          <p:nvPr>
            <p:ph type="body" sz="quarter" idx="45" hasCustomPrompt="1"/>
          </p:nvPr>
        </p:nvSpPr>
        <p:spPr>
          <a:xfrm>
            <a:off x="98451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1" name="Text Placeholder 10">
            <a:extLst>
              <a:ext uri="{FF2B5EF4-FFF2-40B4-BE49-F238E27FC236}">
                <a16:creationId xmlns:a16="http://schemas.microsoft.com/office/drawing/2014/main" id="{7A1FCD8B-8332-4362-80BA-3DBB4442605C}"/>
              </a:ext>
            </a:extLst>
          </p:cNvPr>
          <p:cNvSpPr>
            <a:spLocks noGrp="1"/>
          </p:cNvSpPr>
          <p:nvPr>
            <p:ph type="body" sz="quarter" idx="46" hasCustomPrompt="1"/>
          </p:nvPr>
        </p:nvSpPr>
        <p:spPr>
          <a:xfrm>
            <a:off x="10633085"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2" name="Text Placeholder 10">
            <a:extLst>
              <a:ext uri="{FF2B5EF4-FFF2-40B4-BE49-F238E27FC236}">
                <a16:creationId xmlns:a16="http://schemas.microsoft.com/office/drawing/2014/main" id="{F2B53D10-BB76-4138-AAB8-844DCD895BDE}"/>
              </a:ext>
            </a:extLst>
          </p:cNvPr>
          <p:cNvSpPr>
            <a:spLocks noGrp="1"/>
          </p:cNvSpPr>
          <p:nvPr>
            <p:ph type="body" sz="quarter" idx="47" hasCustomPrompt="1"/>
          </p:nvPr>
        </p:nvSpPr>
        <p:spPr>
          <a:xfrm>
            <a:off x="1969915"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3" name="Text Placeholder 10">
            <a:extLst>
              <a:ext uri="{FF2B5EF4-FFF2-40B4-BE49-F238E27FC236}">
                <a16:creationId xmlns:a16="http://schemas.microsoft.com/office/drawing/2014/main" id="{A14739AB-36C4-4467-BA10-CEA1DF2894EF}"/>
              </a:ext>
            </a:extLst>
          </p:cNvPr>
          <p:cNvSpPr>
            <a:spLocks noGrp="1"/>
          </p:cNvSpPr>
          <p:nvPr>
            <p:ph type="body" sz="quarter" idx="48" hasCustomPrompt="1"/>
          </p:nvPr>
        </p:nvSpPr>
        <p:spPr>
          <a:xfrm>
            <a:off x="2757602"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4" name="Text Placeholder 10">
            <a:extLst>
              <a:ext uri="{FF2B5EF4-FFF2-40B4-BE49-F238E27FC236}">
                <a16:creationId xmlns:a16="http://schemas.microsoft.com/office/drawing/2014/main" id="{024E2A82-D649-44D9-BAA0-65A603E113BB}"/>
              </a:ext>
            </a:extLst>
          </p:cNvPr>
          <p:cNvSpPr>
            <a:spLocks noGrp="1"/>
          </p:cNvSpPr>
          <p:nvPr>
            <p:ph type="body" sz="quarter" idx="49" hasCustomPrompt="1"/>
          </p:nvPr>
        </p:nvSpPr>
        <p:spPr>
          <a:xfrm>
            <a:off x="3545289"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5" name="Text Placeholder 10">
            <a:extLst>
              <a:ext uri="{FF2B5EF4-FFF2-40B4-BE49-F238E27FC236}">
                <a16:creationId xmlns:a16="http://schemas.microsoft.com/office/drawing/2014/main" id="{5E9DBCF1-3DA9-4975-9B75-DEFC550B69C1}"/>
              </a:ext>
            </a:extLst>
          </p:cNvPr>
          <p:cNvSpPr>
            <a:spLocks noGrp="1"/>
          </p:cNvSpPr>
          <p:nvPr>
            <p:ph type="body" sz="quarter" idx="50" hasCustomPrompt="1"/>
          </p:nvPr>
        </p:nvSpPr>
        <p:spPr>
          <a:xfrm>
            <a:off x="4332976"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6" name="Text Placeholder 10">
            <a:extLst>
              <a:ext uri="{FF2B5EF4-FFF2-40B4-BE49-F238E27FC236}">
                <a16:creationId xmlns:a16="http://schemas.microsoft.com/office/drawing/2014/main" id="{CD04D2E9-E8EB-43F6-9734-AE8BEED8D892}"/>
              </a:ext>
            </a:extLst>
          </p:cNvPr>
          <p:cNvSpPr>
            <a:spLocks noGrp="1"/>
          </p:cNvSpPr>
          <p:nvPr>
            <p:ph type="body" sz="quarter" idx="51" hasCustomPrompt="1"/>
          </p:nvPr>
        </p:nvSpPr>
        <p:spPr>
          <a:xfrm>
            <a:off x="5120663"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7" name="Text Placeholder 10">
            <a:extLst>
              <a:ext uri="{FF2B5EF4-FFF2-40B4-BE49-F238E27FC236}">
                <a16:creationId xmlns:a16="http://schemas.microsoft.com/office/drawing/2014/main" id="{DCAF80E4-457C-461E-9E59-6EA9934B8F5F}"/>
              </a:ext>
            </a:extLst>
          </p:cNvPr>
          <p:cNvSpPr>
            <a:spLocks noGrp="1"/>
          </p:cNvSpPr>
          <p:nvPr>
            <p:ph type="body" sz="quarter" idx="52" hasCustomPrompt="1"/>
          </p:nvPr>
        </p:nvSpPr>
        <p:spPr>
          <a:xfrm>
            <a:off x="5908350"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8" name="Text Placeholder 10">
            <a:extLst>
              <a:ext uri="{FF2B5EF4-FFF2-40B4-BE49-F238E27FC236}">
                <a16:creationId xmlns:a16="http://schemas.microsoft.com/office/drawing/2014/main" id="{8A2813EA-E62D-4E2E-A97F-38974F23C88E}"/>
              </a:ext>
            </a:extLst>
          </p:cNvPr>
          <p:cNvSpPr>
            <a:spLocks noGrp="1"/>
          </p:cNvSpPr>
          <p:nvPr>
            <p:ph type="body" sz="quarter" idx="53" hasCustomPrompt="1"/>
          </p:nvPr>
        </p:nvSpPr>
        <p:spPr>
          <a:xfrm>
            <a:off x="6696037"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9" name="Text Placeholder 10">
            <a:extLst>
              <a:ext uri="{FF2B5EF4-FFF2-40B4-BE49-F238E27FC236}">
                <a16:creationId xmlns:a16="http://schemas.microsoft.com/office/drawing/2014/main" id="{0A4E7225-8A60-45A3-ACE7-2D6D1EA3306D}"/>
              </a:ext>
            </a:extLst>
          </p:cNvPr>
          <p:cNvSpPr>
            <a:spLocks noGrp="1"/>
          </p:cNvSpPr>
          <p:nvPr>
            <p:ph type="body" sz="quarter" idx="54" hasCustomPrompt="1"/>
          </p:nvPr>
        </p:nvSpPr>
        <p:spPr>
          <a:xfrm>
            <a:off x="9059098"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0" name="Text Placeholder 10">
            <a:extLst>
              <a:ext uri="{FF2B5EF4-FFF2-40B4-BE49-F238E27FC236}">
                <a16:creationId xmlns:a16="http://schemas.microsoft.com/office/drawing/2014/main" id="{FD6DF9FE-80AE-43C3-B35A-B0B773A636E5}"/>
              </a:ext>
            </a:extLst>
          </p:cNvPr>
          <p:cNvSpPr>
            <a:spLocks noGrp="1"/>
          </p:cNvSpPr>
          <p:nvPr>
            <p:ph type="body" sz="quarter" idx="55" hasCustomPrompt="1"/>
          </p:nvPr>
        </p:nvSpPr>
        <p:spPr>
          <a:xfrm>
            <a:off x="7483724"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1" name="Text Placeholder 10">
            <a:extLst>
              <a:ext uri="{FF2B5EF4-FFF2-40B4-BE49-F238E27FC236}">
                <a16:creationId xmlns:a16="http://schemas.microsoft.com/office/drawing/2014/main" id="{725DE269-1E5D-4437-B997-CCFE8800082F}"/>
              </a:ext>
            </a:extLst>
          </p:cNvPr>
          <p:cNvSpPr>
            <a:spLocks noGrp="1"/>
          </p:cNvSpPr>
          <p:nvPr>
            <p:ph type="body" sz="quarter" idx="56" hasCustomPrompt="1"/>
          </p:nvPr>
        </p:nvSpPr>
        <p:spPr>
          <a:xfrm>
            <a:off x="8271411"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2" name="Text Placeholder 10">
            <a:extLst>
              <a:ext uri="{FF2B5EF4-FFF2-40B4-BE49-F238E27FC236}">
                <a16:creationId xmlns:a16="http://schemas.microsoft.com/office/drawing/2014/main" id="{EAE25BBD-7B98-417B-B9FC-B2DF70FAFDC0}"/>
              </a:ext>
            </a:extLst>
          </p:cNvPr>
          <p:cNvSpPr>
            <a:spLocks noGrp="1"/>
          </p:cNvSpPr>
          <p:nvPr>
            <p:ph type="body" sz="quarter" idx="57" hasCustomPrompt="1"/>
          </p:nvPr>
        </p:nvSpPr>
        <p:spPr>
          <a:xfrm>
            <a:off x="9846785"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3" name="Text Placeholder 10">
            <a:extLst>
              <a:ext uri="{FF2B5EF4-FFF2-40B4-BE49-F238E27FC236}">
                <a16:creationId xmlns:a16="http://schemas.microsoft.com/office/drawing/2014/main" id="{0A4DF189-5583-4731-8F70-2578793E0244}"/>
              </a:ext>
            </a:extLst>
          </p:cNvPr>
          <p:cNvSpPr>
            <a:spLocks noGrp="1"/>
          </p:cNvSpPr>
          <p:nvPr>
            <p:ph type="body" sz="quarter" idx="58" hasCustomPrompt="1"/>
          </p:nvPr>
        </p:nvSpPr>
        <p:spPr>
          <a:xfrm>
            <a:off x="10634472"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5" name="Text Placeholder 3">
            <a:extLst>
              <a:ext uri="{FF2B5EF4-FFF2-40B4-BE49-F238E27FC236}">
                <a16:creationId xmlns:a16="http://schemas.microsoft.com/office/drawing/2014/main" id="{06405A2E-994F-49B5-ABCB-1CA1FCEB08C7}"/>
              </a:ext>
            </a:extLst>
          </p:cNvPr>
          <p:cNvSpPr>
            <a:spLocks noGrp="1"/>
          </p:cNvSpPr>
          <p:nvPr>
            <p:ph type="body" sz="quarter" idx="59" hasCustomPrompt="1"/>
          </p:nvPr>
        </p:nvSpPr>
        <p:spPr>
          <a:xfrm>
            <a:off x="5360987" y="2055840"/>
            <a:ext cx="1828800" cy="696885"/>
          </a:xfrm>
          <a:noFill/>
          <a:ln w="12700">
            <a:solidFill>
              <a:schemeClr val="accent3"/>
            </a:solidFill>
          </a:ln>
        </p:spPr>
        <p:txBody>
          <a:bodyPr tIns="36000" anchor="ctr" anchorCtr="1">
            <a:normAutofit/>
          </a:bodyPr>
          <a:lstStyle>
            <a:lvl1pPr marL="0" indent="0" algn="ctr">
              <a:lnSpc>
                <a:spcPct val="100000"/>
              </a:lnSpc>
              <a:buNone/>
              <a:defRPr sz="1200">
                <a:solidFill>
                  <a:schemeClr val="tx1">
                    <a:lumMod val="75000"/>
                    <a:lumOff val="25000"/>
                  </a:schemeClr>
                </a:solidFill>
                <a:latin typeface="+mj-lt"/>
              </a:defRPr>
            </a:lvl1pPr>
          </a:lstStyle>
          <a:p>
            <a:pPr lvl="0"/>
            <a:r>
              <a:rPr lang="en-US" dirty="0"/>
              <a:t>Item Title</a:t>
            </a:r>
            <a:endParaRPr lang="en-ZA" dirty="0"/>
          </a:p>
        </p:txBody>
      </p:sp>
      <p:sp>
        <p:nvSpPr>
          <p:cNvPr id="67" name="Date Placeholder 4">
            <a:extLst>
              <a:ext uri="{FF2B5EF4-FFF2-40B4-BE49-F238E27FC236}">
                <a16:creationId xmlns:a16="http://schemas.microsoft.com/office/drawing/2014/main" id="{33000A7A-B075-4FF0-8FCA-89256A1A66C8}"/>
              </a:ext>
            </a:extLst>
          </p:cNvPr>
          <p:cNvSpPr>
            <a:spLocks noGrp="1"/>
          </p:cNvSpPr>
          <p:nvPr>
            <p:ph type="dt" sz="half" idx="61"/>
          </p:nvPr>
        </p:nvSpPr>
        <p:spPr>
          <a:xfrm>
            <a:off x="838200" y="6356350"/>
            <a:ext cx="2743200" cy="365125"/>
          </a:xfrm>
        </p:spPr>
        <p:txBody>
          <a:bodyPr/>
          <a:lstStyle>
            <a:lvl1pPr>
              <a:defRPr>
                <a:solidFill>
                  <a:schemeClr val="tx1">
                    <a:lumMod val="65000"/>
                    <a:lumOff val="35000"/>
                  </a:schemeClr>
                </a:solidFill>
              </a:defRPr>
            </a:lvl1pPr>
          </a:lstStyle>
          <a:p>
            <a:r>
              <a:rPr lang="en-US" dirty="0"/>
              <a:t>7/14/20XX</a:t>
            </a:r>
          </a:p>
        </p:txBody>
      </p:sp>
      <p:sp>
        <p:nvSpPr>
          <p:cNvPr id="3" name="Rectangle 2">
            <a:extLst>
              <a:ext uri="{FF2B5EF4-FFF2-40B4-BE49-F238E27FC236}">
                <a16:creationId xmlns:a16="http://schemas.microsoft.com/office/drawing/2014/main" id="{57AB03C7-C423-4EA2-AC0C-C153413E216C}"/>
              </a:ext>
            </a:extLst>
          </p:cNvPr>
          <p:cNvSpPr/>
          <p:nvPr userDrawn="1"/>
        </p:nvSpPr>
        <p:spPr>
          <a:xfrm>
            <a:off x="929640" y="3943857"/>
            <a:ext cx="1033272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0281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65760"/>
            <a:ext cx="10515600"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3570229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4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28" name="Picture Placeholder 27">
            <a:extLst>
              <a:ext uri="{FF2B5EF4-FFF2-40B4-BE49-F238E27FC236}">
                <a16:creationId xmlns:a16="http://schemas.microsoft.com/office/drawing/2014/main" id="{8A4789F7-47F3-492F-8AE6-209A1044F3DD}"/>
              </a:ext>
            </a:extLst>
          </p:cNvPr>
          <p:cNvSpPr>
            <a:spLocks noGrp="1"/>
          </p:cNvSpPr>
          <p:nvPr>
            <p:ph type="pic" sz="quarter" idx="13"/>
          </p:nvPr>
        </p:nvSpPr>
        <p:spPr>
          <a:xfrm>
            <a:off x="914400" y="2047876"/>
            <a:ext cx="2103120" cy="2913793"/>
          </a:xfrm>
          <a:custGeom>
            <a:avLst/>
            <a:gdLst>
              <a:gd name="connsiteX0" fmla="*/ 0 w 2103120"/>
              <a:gd name="connsiteY0" fmla="*/ 0 h 2913793"/>
              <a:gd name="connsiteX1" fmla="*/ 2103120 w 2103120"/>
              <a:gd name="connsiteY1" fmla="*/ 0 h 2913793"/>
              <a:gd name="connsiteX2" fmla="*/ 2103120 w 2103120"/>
              <a:gd name="connsiteY2" fmla="*/ 2913793 h 2913793"/>
              <a:gd name="connsiteX3" fmla="*/ 0 w 2103120"/>
              <a:gd name="connsiteY3" fmla="*/ 2913793 h 2913793"/>
            </a:gdLst>
            <a:ahLst/>
            <a:cxnLst>
              <a:cxn ang="0">
                <a:pos x="connsiteX0" y="connsiteY0"/>
              </a:cxn>
              <a:cxn ang="0">
                <a:pos x="connsiteX1" y="connsiteY1"/>
              </a:cxn>
              <a:cxn ang="0">
                <a:pos x="connsiteX2" y="connsiteY2"/>
              </a:cxn>
              <a:cxn ang="0">
                <a:pos x="connsiteX3" y="connsiteY3"/>
              </a:cxn>
            </a:cxnLst>
            <a:rect l="l" t="t" r="r" b="b"/>
            <a:pathLst>
              <a:path w="2103120" h="2913793">
                <a:moveTo>
                  <a:pt x="0" y="0"/>
                </a:moveTo>
                <a:lnTo>
                  <a:pt x="2103120" y="0"/>
                </a:lnTo>
                <a:lnTo>
                  <a:pt x="2103120" y="2913793"/>
                </a:lnTo>
                <a:lnTo>
                  <a:pt x="0" y="2913793"/>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7" name="Picture Placeholder 26">
            <a:extLst>
              <a:ext uri="{FF2B5EF4-FFF2-40B4-BE49-F238E27FC236}">
                <a16:creationId xmlns:a16="http://schemas.microsoft.com/office/drawing/2014/main" id="{25A9EE92-C505-4777-B442-72C5A0BDCBF7}"/>
              </a:ext>
            </a:extLst>
          </p:cNvPr>
          <p:cNvSpPr>
            <a:spLocks noGrp="1"/>
          </p:cNvSpPr>
          <p:nvPr>
            <p:ph type="pic" sz="quarter" idx="16"/>
          </p:nvPr>
        </p:nvSpPr>
        <p:spPr>
          <a:xfrm>
            <a:off x="366776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2104 w 2103120"/>
              <a:gd name="connsiteY3" fmla="*/ 3017520 h 3017520"/>
              <a:gd name="connsiteX4" fmla="*/ 2102104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2104" y="3017520"/>
                </a:lnTo>
                <a:lnTo>
                  <a:pt x="2102104"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6" name="Picture Placeholder 25">
            <a:extLst>
              <a:ext uri="{FF2B5EF4-FFF2-40B4-BE49-F238E27FC236}">
                <a16:creationId xmlns:a16="http://schemas.microsoft.com/office/drawing/2014/main" id="{B98E2731-9AE8-4D4E-969E-814287EE84AB}"/>
              </a:ext>
            </a:extLst>
          </p:cNvPr>
          <p:cNvSpPr>
            <a:spLocks noGrp="1"/>
          </p:cNvSpPr>
          <p:nvPr>
            <p:ph type="pic" sz="quarter" idx="19"/>
          </p:nvPr>
        </p:nvSpPr>
        <p:spPr>
          <a:xfrm>
            <a:off x="642112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0725 w 2103120"/>
              <a:gd name="connsiteY3" fmla="*/ 3017520 h 3017520"/>
              <a:gd name="connsiteX4" fmla="*/ 2100725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0725" y="3017520"/>
                </a:lnTo>
                <a:lnTo>
                  <a:pt x="2100725"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5" name="Picture Placeholder 24">
            <a:extLst>
              <a:ext uri="{FF2B5EF4-FFF2-40B4-BE49-F238E27FC236}">
                <a16:creationId xmlns:a16="http://schemas.microsoft.com/office/drawing/2014/main" id="{ACF06764-EDD6-4592-AF7B-7BF92AF387F7}"/>
              </a:ext>
            </a:extLst>
          </p:cNvPr>
          <p:cNvSpPr>
            <a:spLocks noGrp="1"/>
          </p:cNvSpPr>
          <p:nvPr>
            <p:ph type="pic" sz="quarter" idx="22"/>
          </p:nvPr>
        </p:nvSpPr>
        <p:spPr>
          <a:xfrm>
            <a:off x="917448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2910625 h 3017520"/>
              <a:gd name="connsiteX3" fmla="*/ 2268 w 2103120"/>
              <a:gd name="connsiteY3" fmla="*/ 2910625 h 3017520"/>
              <a:gd name="connsiteX4" fmla="*/ 2268 w 2103120"/>
              <a:gd name="connsiteY4" fmla="*/ 3017520 h 3017520"/>
              <a:gd name="connsiteX5" fmla="*/ 0 w 2103120"/>
              <a:gd name="connsiteY5" fmla="*/ 301752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2910625"/>
                </a:lnTo>
                <a:lnTo>
                  <a:pt x="2268" y="2910625"/>
                </a:lnTo>
                <a:lnTo>
                  <a:pt x="2268" y="3017520"/>
                </a:lnTo>
                <a:lnTo>
                  <a:pt x="0" y="301752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9" name="Rectangle 28">
            <a:extLst>
              <a:ext uri="{FF2B5EF4-FFF2-40B4-BE49-F238E27FC236}">
                <a16:creationId xmlns:a16="http://schemas.microsoft.com/office/drawing/2014/main" id="{EBFF9948-88DC-4F9B-ADAB-743B4534E394}"/>
              </a:ext>
              <a:ext uri="{C183D7F6-B498-43B3-948B-1728B52AA6E4}">
                <adec:decorative xmlns:adec="http://schemas.microsoft.com/office/drawing/2017/decorative" val="1"/>
              </a:ext>
            </a:extLst>
          </p:cNvPr>
          <p:cNvSpPr/>
          <p:nvPr userDrawn="1"/>
        </p:nvSpPr>
        <p:spPr>
          <a:xfrm>
            <a:off x="914400" y="496166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4AB8730-C1E9-4C39-AD6B-791ECCB2A856}"/>
              </a:ext>
              <a:ext uri="{C183D7F6-B498-43B3-948B-1728B52AA6E4}">
                <adec:decorative xmlns:adec="http://schemas.microsoft.com/office/drawing/2017/decorative" val="1"/>
              </a:ext>
            </a:extLst>
          </p:cNvPr>
          <p:cNvSpPr/>
          <p:nvPr userDrawn="1"/>
        </p:nvSpPr>
        <p:spPr>
          <a:xfrm>
            <a:off x="3666744"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FD0B1428-A83E-4197-AB02-D6F4EE2027A3}"/>
              </a:ext>
              <a:ext uri="{C183D7F6-B498-43B3-948B-1728B52AA6E4}">
                <adec:decorative xmlns:adec="http://schemas.microsoft.com/office/drawing/2017/decorative" val="1"/>
              </a:ext>
            </a:extLst>
          </p:cNvPr>
          <p:cNvSpPr/>
          <p:nvPr userDrawn="1"/>
        </p:nvSpPr>
        <p:spPr>
          <a:xfrm>
            <a:off x="6418725"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4BAF707-3808-4238-963B-95584798BE51}"/>
              </a:ext>
              <a:ext uri="{C183D7F6-B498-43B3-948B-1728B52AA6E4}">
                <adec:decorative xmlns:adec="http://schemas.microsoft.com/office/drawing/2017/decorative" val="1"/>
              </a:ext>
            </a:extLst>
          </p:cNvPr>
          <p:cNvSpPr/>
          <p:nvPr userDrawn="1"/>
        </p:nvSpPr>
        <p:spPr>
          <a:xfrm>
            <a:off x="9176748"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6699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44" name="Picture Placeholder 43">
            <a:extLst>
              <a:ext uri="{FF2B5EF4-FFF2-40B4-BE49-F238E27FC236}">
                <a16:creationId xmlns:a16="http://schemas.microsoft.com/office/drawing/2014/main" id="{D0D0D822-3E52-4D3E-BD04-0A87AF2312B0}"/>
              </a:ext>
            </a:extLst>
          </p:cNvPr>
          <p:cNvSpPr>
            <a:spLocks noGrp="1"/>
          </p:cNvSpPr>
          <p:nvPr>
            <p:ph type="pic" sz="quarter" idx="13"/>
          </p:nvPr>
        </p:nvSpPr>
        <p:spPr>
          <a:xfrm>
            <a:off x="91440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264244 h 1371600"/>
              <a:gd name="connsiteX3" fmla="*/ 142 w 2103120"/>
              <a:gd name="connsiteY3" fmla="*/ 1264244 h 1371600"/>
              <a:gd name="connsiteX4" fmla="*/ 142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64244"/>
                </a:lnTo>
                <a:lnTo>
                  <a:pt x="142" y="1264244"/>
                </a:lnTo>
                <a:lnTo>
                  <a:pt x="142"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3" name="Picture Placeholder 42">
            <a:extLst>
              <a:ext uri="{FF2B5EF4-FFF2-40B4-BE49-F238E27FC236}">
                <a16:creationId xmlns:a16="http://schemas.microsoft.com/office/drawing/2014/main" id="{F1850C15-0C47-405D-A6CC-FC41802A67C8}"/>
              </a:ext>
            </a:extLst>
          </p:cNvPr>
          <p:cNvSpPr>
            <a:spLocks noGrp="1"/>
          </p:cNvSpPr>
          <p:nvPr>
            <p:ph type="pic" sz="quarter" idx="16"/>
          </p:nvPr>
        </p:nvSpPr>
        <p:spPr>
          <a:xfrm>
            <a:off x="366776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683 w 2103120"/>
              <a:gd name="connsiteY3" fmla="*/ 1371600 h 1371600"/>
              <a:gd name="connsiteX4" fmla="*/ 2102683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683" y="1371600"/>
                </a:lnTo>
                <a:lnTo>
                  <a:pt x="2102683"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2" name="Picture Placeholder 41">
            <a:extLst>
              <a:ext uri="{FF2B5EF4-FFF2-40B4-BE49-F238E27FC236}">
                <a16:creationId xmlns:a16="http://schemas.microsoft.com/office/drawing/2014/main" id="{4BE5C88B-BE08-4186-BF4E-95E5811D1874}"/>
              </a:ext>
            </a:extLst>
          </p:cNvPr>
          <p:cNvSpPr>
            <a:spLocks noGrp="1"/>
          </p:cNvSpPr>
          <p:nvPr>
            <p:ph type="pic" sz="quarter" idx="19"/>
          </p:nvPr>
        </p:nvSpPr>
        <p:spPr>
          <a:xfrm>
            <a:off x="642112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0867 w 2103120"/>
              <a:gd name="connsiteY3" fmla="*/ 1371600 h 1371600"/>
              <a:gd name="connsiteX4" fmla="*/ 21008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0867" y="1371600"/>
                </a:lnTo>
                <a:lnTo>
                  <a:pt x="21008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1" name="Picture Placeholder 40">
            <a:extLst>
              <a:ext uri="{FF2B5EF4-FFF2-40B4-BE49-F238E27FC236}">
                <a16:creationId xmlns:a16="http://schemas.microsoft.com/office/drawing/2014/main" id="{CF3E2C3A-A072-436A-8C0E-682F06540C4F}"/>
              </a:ext>
            </a:extLst>
          </p:cNvPr>
          <p:cNvSpPr>
            <a:spLocks noGrp="1"/>
          </p:cNvSpPr>
          <p:nvPr>
            <p:ph type="pic" sz="quarter" idx="22"/>
          </p:nvPr>
        </p:nvSpPr>
        <p:spPr>
          <a:xfrm>
            <a:off x="917448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1667 w 2103120"/>
              <a:gd name="connsiteY3" fmla="*/ 1371600 h 1371600"/>
              <a:gd name="connsiteX4" fmla="*/ 21016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1667" y="1371600"/>
                </a:lnTo>
                <a:lnTo>
                  <a:pt x="21016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5" name="Picture Placeholder 44">
            <a:extLst>
              <a:ext uri="{FF2B5EF4-FFF2-40B4-BE49-F238E27FC236}">
                <a16:creationId xmlns:a16="http://schemas.microsoft.com/office/drawing/2014/main" id="{20DAF781-CA6C-43D3-B553-E58DBF509A4A}"/>
              </a:ext>
            </a:extLst>
          </p:cNvPr>
          <p:cNvSpPr>
            <a:spLocks noGrp="1"/>
          </p:cNvSpPr>
          <p:nvPr>
            <p:ph type="pic" sz="quarter" idx="25"/>
          </p:nvPr>
        </p:nvSpPr>
        <p:spPr>
          <a:xfrm>
            <a:off x="91744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276026 h 1371600"/>
              <a:gd name="connsiteX3" fmla="*/ 624 w 2103120"/>
              <a:gd name="connsiteY3" fmla="*/ 1276026 h 1371600"/>
              <a:gd name="connsiteX4" fmla="*/ 624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76026"/>
                </a:lnTo>
                <a:lnTo>
                  <a:pt x="624" y="1276026"/>
                </a:lnTo>
                <a:lnTo>
                  <a:pt x="624"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2" name="Text Placeholder 8">
            <a:extLst>
              <a:ext uri="{FF2B5EF4-FFF2-40B4-BE49-F238E27FC236}">
                <a16:creationId xmlns:a16="http://schemas.microsoft.com/office/drawing/2014/main" id="{E502DEDD-A955-4A8D-9A05-828A01CE551D}"/>
              </a:ext>
            </a:extLst>
          </p:cNvPr>
          <p:cNvSpPr>
            <a:spLocks noGrp="1"/>
          </p:cNvSpPr>
          <p:nvPr>
            <p:ph type="body" sz="quarter" idx="26" hasCustomPrompt="1"/>
          </p:nvPr>
        </p:nvSpPr>
        <p:spPr>
          <a:xfrm>
            <a:off x="91440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3" name="Text Placeholder 10">
            <a:extLst>
              <a:ext uri="{FF2B5EF4-FFF2-40B4-BE49-F238E27FC236}">
                <a16:creationId xmlns:a16="http://schemas.microsoft.com/office/drawing/2014/main" id="{E76CEA8C-8899-44E0-9F47-106A711A4CC1}"/>
              </a:ext>
            </a:extLst>
          </p:cNvPr>
          <p:cNvSpPr>
            <a:spLocks noGrp="1"/>
          </p:cNvSpPr>
          <p:nvPr>
            <p:ph type="body" sz="quarter" idx="27" hasCustomPrompt="1"/>
          </p:nvPr>
        </p:nvSpPr>
        <p:spPr>
          <a:xfrm>
            <a:off x="91440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6" name="Picture Placeholder 45">
            <a:extLst>
              <a:ext uri="{FF2B5EF4-FFF2-40B4-BE49-F238E27FC236}">
                <a16:creationId xmlns:a16="http://schemas.microsoft.com/office/drawing/2014/main" id="{4DE21878-7282-49DF-A1B3-B38F5A85F71A}"/>
              </a:ext>
            </a:extLst>
          </p:cNvPr>
          <p:cNvSpPr>
            <a:spLocks noGrp="1"/>
          </p:cNvSpPr>
          <p:nvPr>
            <p:ph type="pic" sz="quarter" idx="28"/>
          </p:nvPr>
        </p:nvSpPr>
        <p:spPr>
          <a:xfrm>
            <a:off x="367080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728 w 2103120"/>
              <a:gd name="connsiteY3" fmla="*/ 1371600 h 1371600"/>
              <a:gd name="connsiteX4" fmla="*/ 2102728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728" y="1371600"/>
                </a:lnTo>
                <a:lnTo>
                  <a:pt x="2102728"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5" name="Text Placeholder 8">
            <a:extLst>
              <a:ext uri="{FF2B5EF4-FFF2-40B4-BE49-F238E27FC236}">
                <a16:creationId xmlns:a16="http://schemas.microsoft.com/office/drawing/2014/main" id="{3179BABC-F01C-4C09-BE82-C1C218CA476F}"/>
              </a:ext>
            </a:extLst>
          </p:cNvPr>
          <p:cNvSpPr>
            <a:spLocks noGrp="1"/>
          </p:cNvSpPr>
          <p:nvPr>
            <p:ph type="body" sz="quarter" idx="29" hasCustomPrompt="1"/>
          </p:nvPr>
        </p:nvSpPr>
        <p:spPr>
          <a:xfrm>
            <a:off x="3669792"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6" name="Text Placeholder 10">
            <a:extLst>
              <a:ext uri="{FF2B5EF4-FFF2-40B4-BE49-F238E27FC236}">
                <a16:creationId xmlns:a16="http://schemas.microsoft.com/office/drawing/2014/main" id="{7B1CE826-A5B2-4507-ADB0-BD2BFE4B8BB9}"/>
              </a:ext>
            </a:extLst>
          </p:cNvPr>
          <p:cNvSpPr>
            <a:spLocks noGrp="1"/>
          </p:cNvSpPr>
          <p:nvPr>
            <p:ph type="body" sz="quarter" idx="30" hasCustomPrompt="1"/>
          </p:nvPr>
        </p:nvSpPr>
        <p:spPr>
          <a:xfrm>
            <a:off x="3669792"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7" name="Picture Placeholder 46">
            <a:extLst>
              <a:ext uri="{FF2B5EF4-FFF2-40B4-BE49-F238E27FC236}">
                <a16:creationId xmlns:a16="http://schemas.microsoft.com/office/drawing/2014/main" id="{09624F3D-E589-4C68-B98A-566CCAAA98D1}"/>
              </a:ext>
            </a:extLst>
          </p:cNvPr>
          <p:cNvSpPr>
            <a:spLocks noGrp="1"/>
          </p:cNvSpPr>
          <p:nvPr>
            <p:ph type="pic" sz="quarter" idx="31"/>
          </p:nvPr>
        </p:nvSpPr>
        <p:spPr>
          <a:xfrm>
            <a:off x="642416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8017 w 2103120"/>
              <a:gd name="connsiteY3" fmla="*/ 1371600 h 1371600"/>
              <a:gd name="connsiteX4" fmla="*/ 2098017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8017" y="1371600"/>
                </a:lnTo>
                <a:lnTo>
                  <a:pt x="2098017"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8" name="Text Placeholder 8">
            <a:extLst>
              <a:ext uri="{FF2B5EF4-FFF2-40B4-BE49-F238E27FC236}">
                <a16:creationId xmlns:a16="http://schemas.microsoft.com/office/drawing/2014/main" id="{6F19331A-27CF-4270-B991-C2E97C6E6CA3}"/>
              </a:ext>
            </a:extLst>
          </p:cNvPr>
          <p:cNvSpPr>
            <a:spLocks noGrp="1"/>
          </p:cNvSpPr>
          <p:nvPr>
            <p:ph type="body" sz="quarter" idx="32" hasCustomPrompt="1"/>
          </p:nvPr>
        </p:nvSpPr>
        <p:spPr>
          <a:xfrm>
            <a:off x="6422136"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9" name="Text Placeholder 10">
            <a:extLst>
              <a:ext uri="{FF2B5EF4-FFF2-40B4-BE49-F238E27FC236}">
                <a16:creationId xmlns:a16="http://schemas.microsoft.com/office/drawing/2014/main" id="{C123301D-8AA0-4C65-B928-3902E4793B59}"/>
              </a:ext>
            </a:extLst>
          </p:cNvPr>
          <p:cNvSpPr>
            <a:spLocks noGrp="1"/>
          </p:cNvSpPr>
          <p:nvPr>
            <p:ph type="body" sz="quarter" idx="33" hasCustomPrompt="1"/>
          </p:nvPr>
        </p:nvSpPr>
        <p:spPr>
          <a:xfrm>
            <a:off x="6422136"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8" name="Picture Placeholder 47">
            <a:extLst>
              <a:ext uri="{FF2B5EF4-FFF2-40B4-BE49-F238E27FC236}">
                <a16:creationId xmlns:a16="http://schemas.microsoft.com/office/drawing/2014/main" id="{09B16E22-2B7C-413C-9283-51DBE7DF0F62}"/>
              </a:ext>
            </a:extLst>
          </p:cNvPr>
          <p:cNvSpPr>
            <a:spLocks noGrp="1"/>
          </p:cNvSpPr>
          <p:nvPr>
            <p:ph type="pic" sz="quarter" idx="34"/>
          </p:nvPr>
        </p:nvSpPr>
        <p:spPr>
          <a:xfrm>
            <a:off x="917752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7024 w 2103120"/>
              <a:gd name="connsiteY3" fmla="*/ 1371600 h 1371600"/>
              <a:gd name="connsiteX4" fmla="*/ 2097024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7024" y="1371600"/>
                </a:lnTo>
                <a:lnTo>
                  <a:pt x="2097024"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31" name="Text Placeholder 8">
            <a:extLst>
              <a:ext uri="{FF2B5EF4-FFF2-40B4-BE49-F238E27FC236}">
                <a16:creationId xmlns:a16="http://schemas.microsoft.com/office/drawing/2014/main" id="{9E095B1F-8D49-4766-951D-A60C5BA5DB41}"/>
              </a:ext>
            </a:extLst>
          </p:cNvPr>
          <p:cNvSpPr>
            <a:spLocks noGrp="1"/>
          </p:cNvSpPr>
          <p:nvPr>
            <p:ph type="body" sz="quarter" idx="35" hasCustomPrompt="1"/>
          </p:nvPr>
        </p:nvSpPr>
        <p:spPr>
          <a:xfrm>
            <a:off x="917448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32" name="Text Placeholder 10">
            <a:extLst>
              <a:ext uri="{FF2B5EF4-FFF2-40B4-BE49-F238E27FC236}">
                <a16:creationId xmlns:a16="http://schemas.microsoft.com/office/drawing/2014/main" id="{A3C30BF1-DCAF-4FF7-AE62-42A77BBB551F}"/>
              </a:ext>
            </a:extLst>
          </p:cNvPr>
          <p:cNvSpPr>
            <a:spLocks noGrp="1"/>
          </p:cNvSpPr>
          <p:nvPr>
            <p:ph type="body" sz="quarter" idx="36" hasCustomPrompt="1"/>
          </p:nvPr>
        </p:nvSpPr>
        <p:spPr>
          <a:xfrm>
            <a:off x="917448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9" name="Rectangle 48">
            <a:extLst>
              <a:ext uri="{FF2B5EF4-FFF2-40B4-BE49-F238E27FC236}">
                <a16:creationId xmlns:a16="http://schemas.microsoft.com/office/drawing/2014/main" id="{554DA5CF-5D2A-43B4-85A8-340C8F7BBA9B}"/>
              </a:ext>
              <a:ext uri="{C183D7F6-B498-43B3-948B-1728B52AA6E4}">
                <adec:decorative xmlns:adec="http://schemas.microsoft.com/office/drawing/2017/decorative" val="1"/>
              </a:ext>
            </a:extLst>
          </p:cNvPr>
          <p:cNvSpPr/>
          <p:nvPr userDrawn="1"/>
        </p:nvSpPr>
        <p:spPr>
          <a:xfrm>
            <a:off x="914542" y="3312119"/>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26B1FEE3-D401-47CB-80E6-52D6DF510D77}"/>
              </a:ext>
              <a:ext uri="{C183D7F6-B498-43B3-948B-1728B52AA6E4}">
                <adec:decorative xmlns:adec="http://schemas.microsoft.com/office/drawing/2017/decorative" val="1"/>
              </a:ext>
            </a:extLst>
          </p:cNvPr>
          <p:cNvSpPr/>
          <p:nvPr userDrawn="1"/>
        </p:nvSpPr>
        <p:spPr>
          <a:xfrm>
            <a:off x="3667323"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8D86A78-C607-45C6-8641-1AF4A5F073EE}"/>
              </a:ext>
              <a:ext uri="{C183D7F6-B498-43B3-948B-1728B52AA6E4}">
                <adec:decorative xmlns:adec="http://schemas.microsoft.com/office/drawing/2017/decorative" val="1"/>
              </a:ext>
            </a:extLst>
          </p:cNvPr>
          <p:cNvSpPr/>
          <p:nvPr userDrawn="1"/>
        </p:nvSpPr>
        <p:spPr>
          <a:xfrm>
            <a:off x="641886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B84BFDA8-0351-4C99-8911-2034DAE3D78E}"/>
              </a:ext>
              <a:ext uri="{C183D7F6-B498-43B3-948B-1728B52AA6E4}">
                <adec:decorative xmlns:adec="http://schemas.microsoft.com/office/drawing/2017/decorative" val="1"/>
              </a:ext>
            </a:extLst>
          </p:cNvPr>
          <p:cNvSpPr/>
          <p:nvPr userDrawn="1"/>
        </p:nvSpPr>
        <p:spPr>
          <a:xfrm>
            <a:off x="917302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1896FDB4-943E-4915-BFB5-FBF28C1F0DB4}"/>
              </a:ext>
              <a:ext uri="{C183D7F6-B498-43B3-948B-1728B52AA6E4}">
                <adec:decorative xmlns:adec="http://schemas.microsoft.com/office/drawing/2017/decorative" val="1"/>
              </a:ext>
            </a:extLst>
          </p:cNvPr>
          <p:cNvSpPr/>
          <p:nvPr userDrawn="1"/>
        </p:nvSpPr>
        <p:spPr>
          <a:xfrm>
            <a:off x="918072" y="5537362"/>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8DE6F848-8616-4A39-B962-93F75C4718F8}"/>
              </a:ext>
              <a:ext uri="{C183D7F6-B498-43B3-948B-1728B52AA6E4}">
                <adec:decorative xmlns:adec="http://schemas.microsoft.com/office/drawing/2017/decorative" val="1"/>
              </a:ext>
            </a:extLst>
          </p:cNvPr>
          <p:cNvSpPr/>
          <p:nvPr userDrawn="1"/>
        </p:nvSpPr>
        <p:spPr>
          <a:xfrm>
            <a:off x="3670416"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506A04BD-9213-47EF-B5B0-2684E430D182}"/>
              </a:ext>
              <a:ext uri="{C183D7F6-B498-43B3-948B-1728B52AA6E4}">
                <adec:decorative xmlns:adec="http://schemas.microsoft.com/office/drawing/2017/decorative" val="1"/>
              </a:ext>
            </a:extLst>
          </p:cNvPr>
          <p:cNvSpPr/>
          <p:nvPr userDrawn="1"/>
        </p:nvSpPr>
        <p:spPr>
          <a:xfrm>
            <a:off x="6419065"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7869DE2A-F897-46B0-B840-A2597892490B}"/>
              </a:ext>
              <a:ext uri="{C183D7F6-B498-43B3-948B-1728B52AA6E4}">
                <adec:decorative xmlns:adec="http://schemas.microsoft.com/office/drawing/2017/decorative" val="1"/>
              </a:ext>
            </a:extLst>
          </p:cNvPr>
          <p:cNvSpPr/>
          <p:nvPr userDrawn="1"/>
        </p:nvSpPr>
        <p:spPr>
          <a:xfrm>
            <a:off x="9171432"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2421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7" y="365760"/>
            <a:ext cx="10515600"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914400"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914400"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7" name="Content Placeholder 6">
            <a:extLst>
              <a:ext uri="{FF2B5EF4-FFF2-40B4-BE49-F238E27FC236}">
                <a16:creationId xmlns:a16="http://schemas.microsoft.com/office/drawing/2014/main" id="{27ECF580-8E4E-43A8-957B-F86F1C61ADA4}"/>
              </a:ext>
            </a:extLst>
          </p:cNvPr>
          <p:cNvSpPr>
            <a:spLocks noGrp="1"/>
          </p:cNvSpPr>
          <p:nvPr>
            <p:ph sz="quarter" idx="22" hasCustomPrompt="1"/>
          </p:nvPr>
        </p:nvSpPr>
        <p:spPr>
          <a:xfrm>
            <a:off x="914400"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0" name="Text Placeholder 10">
            <a:extLst>
              <a:ext uri="{FF2B5EF4-FFF2-40B4-BE49-F238E27FC236}">
                <a16:creationId xmlns:a16="http://schemas.microsoft.com/office/drawing/2014/main" id="{58B05749-818D-4447-958A-FEF293220AE8}"/>
              </a:ext>
            </a:extLst>
          </p:cNvPr>
          <p:cNvSpPr>
            <a:spLocks noGrp="1"/>
          </p:cNvSpPr>
          <p:nvPr>
            <p:ph type="body" sz="quarter" idx="23" hasCustomPrompt="1"/>
          </p:nvPr>
        </p:nvSpPr>
        <p:spPr>
          <a:xfrm>
            <a:off x="3602736"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1" name="Text Placeholder 12">
            <a:extLst>
              <a:ext uri="{FF2B5EF4-FFF2-40B4-BE49-F238E27FC236}">
                <a16:creationId xmlns:a16="http://schemas.microsoft.com/office/drawing/2014/main" id="{7F20B9D5-25D9-47F8-A972-A75CCB164FD5}"/>
              </a:ext>
            </a:extLst>
          </p:cNvPr>
          <p:cNvSpPr>
            <a:spLocks noGrp="1"/>
          </p:cNvSpPr>
          <p:nvPr>
            <p:ph type="body" sz="quarter" idx="24" hasCustomPrompt="1"/>
          </p:nvPr>
        </p:nvSpPr>
        <p:spPr>
          <a:xfrm>
            <a:off x="3602736"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2" name="Content Placeholder 6">
            <a:extLst>
              <a:ext uri="{FF2B5EF4-FFF2-40B4-BE49-F238E27FC236}">
                <a16:creationId xmlns:a16="http://schemas.microsoft.com/office/drawing/2014/main" id="{41B075AD-BF48-4749-9202-8150B2107377}"/>
              </a:ext>
            </a:extLst>
          </p:cNvPr>
          <p:cNvSpPr>
            <a:spLocks noGrp="1"/>
          </p:cNvSpPr>
          <p:nvPr>
            <p:ph sz="quarter" idx="25" hasCustomPrompt="1"/>
          </p:nvPr>
        </p:nvSpPr>
        <p:spPr>
          <a:xfrm>
            <a:off x="3603626"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95B953E6-3C98-4798-A4E9-1B1440A15A51}"/>
              </a:ext>
            </a:extLst>
          </p:cNvPr>
          <p:cNvSpPr>
            <a:spLocks noGrp="1"/>
          </p:cNvSpPr>
          <p:nvPr>
            <p:ph type="body" sz="quarter" idx="26" hasCustomPrompt="1"/>
          </p:nvPr>
        </p:nvSpPr>
        <p:spPr>
          <a:xfrm>
            <a:off x="8982077"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4" name="Text Placeholder 12">
            <a:extLst>
              <a:ext uri="{FF2B5EF4-FFF2-40B4-BE49-F238E27FC236}">
                <a16:creationId xmlns:a16="http://schemas.microsoft.com/office/drawing/2014/main" id="{65B3E813-F032-4E15-B3D8-B0B967E18400}"/>
              </a:ext>
            </a:extLst>
          </p:cNvPr>
          <p:cNvSpPr>
            <a:spLocks noGrp="1"/>
          </p:cNvSpPr>
          <p:nvPr>
            <p:ph type="body" sz="quarter" idx="27" hasCustomPrompt="1"/>
          </p:nvPr>
        </p:nvSpPr>
        <p:spPr>
          <a:xfrm>
            <a:off x="8982077"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5" name="Content Placeholder 6">
            <a:extLst>
              <a:ext uri="{FF2B5EF4-FFF2-40B4-BE49-F238E27FC236}">
                <a16:creationId xmlns:a16="http://schemas.microsoft.com/office/drawing/2014/main" id="{3A1AE7A9-C278-4553-BA87-9A37448FE965}"/>
              </a:ext>
            </a:extLst>
          </p:cNvPr>
          <p:cNvSpPr>
            <a:spLocks noGrp="1"/>
          </p:cNvSpPr>
          <p:nvPr>
            <p:ph sz="quarter" idx="28" hasCustomPrompt="1"/>
          </p:nvPr>
        </p:nvSpPr>
        <p:spPr>
          <a:xfrm>
            <a:off x="8982077"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6" name="Text Placeholder 10">
            <a:extLst>
              <a:ext uri="{FF2B5EF4-FFF2-40B4-BE49-F238E27FC236}">
                <a16:creationId xmlns:a16="http://schemas.microsoft.com/office/drawing/2014/main" id="{1408D2FA-A2B1-4447-8C50-0F16D70CE9D2}"/>
              </a:ext>
            </a:extLst>
          </p:cNvPr>
          <p:cNvSpPr>
            <a:spLocks noGrp="1"/>
          </p:cNvSpPr>
          <p:nvPr>
            <p:ph type="body" sz="quarter" idx="29" hasCustomPrompt="1"/>
          </p:nvPr>
        </p:nvSpPr>
        <p:spPr>
          <a:xfrm>
            <a:off x="6291072"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7" name="Text Placeholder 12">
            <a:extLst>
              <a:ext uri="{FF2B5EF4-FFF2-40B4-BE49-F238E27FC236}">
                <a16:creationId xmlns:a16="http://schemas.microsoft.com/office/drawing/2014/main" id="{68834F1C-0151-4D96-9804-08CAEEDB3495}"/>
              </a:ext>
            </a:extLst>
          </p:cNvPr>
          <p:cNvSpPr>
            <a:spLocks noGrp="1"/>
          </p:cNvSpPr>
          <p:nvPr>
            <p:ph type="body" sz="quarter" idx="30" hasCustomPrompt="1"/>
          </p:nvPr>
        </p:nvSpPr>
        <p:spPr>
          <a:xfrm>
            <a:off x="6291072"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8" name="Content Placeholder 6">
            <a:extLst>
              <a:ext uri="{FF2B5EF4-FFF2-40B4-BE49-F238E27FC236}">
                <a16:creationId xmlns:a16="http://schemas.microsoft.com/office/drawing/2014/main" id="{DB26BE5E-69FC-43BF-BD74-25B62546B252}"/>
              </a:ext>
            </a:extLst>
          </p:cNvPr>
          <p:cNvSpPr>
            <a:spLocks noGrp="1"/>
          </p:cNvSpPr>
          <p:nvPr>
            <p:ph sz="quarter" idx="31" hasCustomPrompt="1"/>
          </p:nvPr>
        </p:nvSpPr>
        <p:spPr>
          <a:xfrm>
            <a:off x="6292852"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9" name="Text Placeholder 12">
            <a:extLst>
              <a:ext uri="{FF2B5EF4-FFF2-40B4-BE49-F238E27FC236}">
                <a16:creationId xmlns:a16="http://schemas.microsoft.com/office/drawing/2014/main" id="{E9D71C6C-8090-42D9-AA7D-9D858A089829}"/>
              </a:ext>
            </a:extLst>
          </p:cNvPr>
          <p:cNvSpPr>
            <a:spLocks noGrp="1"/>
          </p:cNvSpPr>
          <p:nvPr>
            <p:ph type="body" sz="quarter" idx="32" hasCustomPrompt="1"/>
          </p:nvPr>
        </p:nvSpPr>
        <p:spPr>
          <a:xfrm>
            <a:off x="914400"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0" name="Text Placeholder 12">
            <a:extLst>
              <a:ext uri="{FF2B5EF4-FFF2-40B4-BE49-F238E27FC236}">
                <a16:creationId xmlns:a16="http://schemas.microsoft.com/office/drawing/2014/main" id="{ADBCB0A2-01FA-4A56-9187-2141478D277E}"/>
              </a:ext>
            </a:extLst>
          </p:cNvPr>
          <p:cNvSpPr>
            <a:spLocks noGrp="1"/>
          </p:cNvSpPr>
          <p:nvPr>
            <p:ph type="body" sz="quarter" idx="33" hasCustomPrompt="1"/>
          </p:nvPr>
        </p:nvSpPr>
        <p:spPr>
          <a:xfrm>
            <a:off x="3602736"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1" name="Text Placeholder 12">
            <a:extLst>
              <a:ext uri="{FF2B5EF4-FFF2-40B4-BE49-F238E27FC236}">
                <a16:creationId xmlns:a16="http://schemas.microsoft.com/office/drawing/2014/main" id="{A8DA037D-3115-4D06-B62B-8B2361C1B73D}"/>
              </a:ext>
            </a:extLst>
          </p:cNvPr>
          <p:cNvSpPr>
            <a:spLocks noGrp="1"/>
          </p:cNvSpPr>
          <p:nvPr>
            <p:ph type="body" sz="quarter" idx="34" hasCustomPrompt="1"/>
          </p:nvPr>
        </p:nvSpPr>
        <p:spPr>
          <a:xfrm>
            <a:off x="8982077"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2" name="Text Placeholder 12">
            <a:extLst>
              <a:ext uri="{FF2B5EF4-FFF2-40B4-BE49-F238E27FC236}">
                <a16:creationId xmlns:a16="http://schemas.microsoft.com/office/drawing/2014/main" id="{2CE21E27-DF2A-4809-8004-DBD3CB8C9D75}"/>
              </a:ext>
            </a:extLst>
          </p:cNvPr>
          <p:cNvSpPr>
            <a:spLocks noGrp="1"/>
          </p:cNvSpPr>
          <p:nvPr>
            <p:ph type="body" sz="quarter" idx="35" hasCustomPrompt="1"/>
          </p:nvPr>
        </p:nvSpPr>
        <p:spPr>
          <a:xfrm>
            <a:off x="6291072"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162866831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F1B0119-8B53-4329-89FD-7688250A12F9}"/>
              </a:ext>
            </a:extLst>
          </p:cNvPr>
          <p:cNvSpPr>
            <a:spLocks noGrp="1"/>
          </p:cNvSpPr>
          <p:nvPr>
            <p:ph type="pic" sz="quarter" idx="13"/>
          </p:nvPr>
        </p:nvSpPr>
        <p:spPr>
          <a:xfrm>
            <a:off x="458724" y="481369"/>
            <a:ext cx="11274552" cy="2743200"/>
          </a:xfrm>
          <a:custGeom>
            <a:avLst/>
            <a:gdLst>
              <a:gd name="connsiteX0" fmla="*/ 0 w 11274552"/>
              <a:gd name="connsiteY0" fmla="*/ 0 h 2743200"/>
              <a:gd name="connsiteX1" fmla="*/ 11274552 w 11274552"/>
              <a:gd name="connsiteY1" fmla="*/ 0 h 2743200"/>
              <a:gd name="connsiteX2" fmla="*/ 11274552 w 11274552"/>
              <a:gd name="connsiteY2" fmla="*/ 2743200 h 2743200"/>
              <a:gd name="connsiteX3" fmla="*/ 5730217 w 11274552"/>
              <a:gd name="connsiteY3" fmla="*/ 2743200 h 2743200"/>
              <a:gd name="connsiteX4" fmla="*/ 5730217 w 11274552"/>
              <a:gd name="connsiteY4" fmla="*/ 1118831 h 2743200"/>
              <a:gd name="connsiteX5" fmla="*/ 5522399 w 11274552"/>
              <a:gd name="connsiteY5" fmla="*/ 1118831 h 2743200"/>
              <a:gd name="connsiteX6" fmla="*/ 5522399 w 11274552"/>
              <a:gd name="connsiteY6" fmla="*/ 2743200 h 2743200"/>
              <a:gd name="connsiteX7" fmla="*/ 0 w 11274552"/>
              <a:gd name="connsiteY7"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552" h="2743200">
                <a:moveTo>
                  <a:pt x="0" y="0"/>
                </a:moveTo>
                <a:lnTo>
                  <a:pt x="11274552" y="0"/>
                </a:lnTo>
                <a:lnTo>
                  <a:pt x="11274552" y="2743200"/>
                </a:lnTo>
                <a:lnTo>
                  <a:pt x="5730217" y="2743200"/>
                </a:lnTo>
                <a:lnTo>
                  <a:pt x="5730217" y="1118831"/>
                </a:lnTo>
                <a:lnTo>
                  <a:pt x="5522399" y="1118831"/>
                </a:lnTo>
                <a:lnTo>
                  <a:pt x="5522399" y="2743200"/>
                </a:lnTo>
                <a:lnTo>
                  <a:pt x="0" y="27432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592386"/>
            <a:ext cx="4572000" cy="1325563"/>
          </a:xfrm>
        </p:spPr>
        <p:txBody>
          <a:bodyPr anchor="t" anchorCtr="0"/>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6489391" y="3546349"/>
            <a:ext cx="5248656" cy="1920240"/>
          </a:xfrm>
        </p:spPr>
        <p:txBody>
          <a:bodyPr>
            <a:no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1" name="Rectangle 10">
            <a:extLst>
              <a:ext uri="{FF2B5EF4-FFF2-40B4-BE49-F238E27FC236}">
                <a16:creationId xmlns:a16="http://schemas.microsoft.com/office/drawing/2014/main" id="{95C8E637-78B0-4855-A6B1-C2DE56F3644F}"/>
              </a:ext>
              <a:ext uri="{C183D7F6-B498-43B3-948B-1728B52AA6E4}">
                <adec:decorative xmlns:adec="http://schemas.microsoft.com/office/drawing/2017/decorative" val="1"/>
              </a:ext>
            </a:extLst>
          </p:cNvPr>
          <p:cNvSpPr/>
          <p:nvPr userDrawn="1"/>
        </p:nvSpPr>
        <p:spPr>
          <a:xfrm>
            <a:off x="5981123" y="1600200"/>
            <a:ext cx="207818"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2">
            <a:extLst>
              <a:ext uri="{FF2B5EF4-FFF2-40B4-BE49-F238E27FC236}">
                <a16:creationId xmlns:a16="http://schemas.microsoft.com/office/drawing/2014/main" id="{89A89CDF-EE53-4D5A-BA2F-B21F454E10AE}"/>
              </a:ext>
            </a:extLst>
          </p:cNvPr>
          <p:cNvSpPr>
            <a:spLocks noGrp="1"/>
          </p:cNvSpPr>
          <p:nvPr>
            <p:ph type="body" sz="quarter" idx="14" hasCustomPrompt="1"/>
          </p:nvPr>
        </p:nvSpPr>
        <p:spPr>
          <a:xfrm>
            <a:off x="5239512" y="5503164"/>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Summary</a:t>
            </a:r>
          </a:p>
        </p:txBody>
      </p:sp>
    </p:spTree>
    <p:extLst>
      <p:ext uri="{BB962C8B-B14F-4D97-AF65-F5344CB8AC3E}">
        <p14:creationId xmlns:p14="http://schemas.microsoft.com/office/powerpoint/2010/main" val="426679093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4ED48F4-DBCF-44E9-BDD6-E6E63CAB735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3423562 h 6858000"/>
              <a:gd name="connsiteX3" fmla="*/ 7502172 w 12188952"/>
              <a:gd name="connsiteY3" fmla="*/ 3423562 h 6858000"/>
              <a:gd name="connsiteX4" fmla="*/ 7502172 w 12188952"/>
              <a:gd name="connsiteY4" fmla="*/ 3652162 h 6858000"/>
              <a:gd name="connsiteX5" fmla="*/ 12188952 w 12188952"/>
              <a:gd name="connsiteY5" fmla="*/ 3652162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3423562"/>
                </a:lnTo>
                <a:lnTo>
                  <a:pt x="7502172" y="3423562"/>
                </a:lnTo>
                <a:lnTo>
                  <a:pt x="7502172" y="3652162"/>
                </a:lnTo>
                <a:lnTo>
                  <a:pt x="12188952" y="3652162"/>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9" name="Content Placeholder 2">
            <a:extLst>
              <a:ext uri="{FF2B5EF4-FFF2-40B4-BE49-F238E27FC236}">
                <a16:creationId xmlns:a16="http://schemas.microsoft.com/office/drawing/2014/main" id="{77D5655F-601C-49CF-925B-4467144804D6}"/>
              </a:ext>
            </a:extLst>
          </p:cNvPr>
          <p:cNvSpPr>
            <a:spLocks noGrp="1"/>
          </p:cNvSpPr>
          <p:nvPr>
            <p:ph idx="14" hasCustomPrompt="1"/>
          </p:nvPr>
        </p:nvSpPr>
        <p:spPr>
          <a:xfrm>
            <a:off x="7467603" y="4681728"/>
            <a:ext cx="3838731" cy="1645920"/>
          </a:xfrm>
        </p:spPr>
        <p:txBody>
          <a:bodyPr>
            <a:normAutofit/>
          </a:bodyPr>
          <a:lstStyle>
            <a:lvl1pPr marL="0" indent="0">
              <a:lnSpc>
                <a:spcPct val="100000"/>
              </a:lnSpc>
              <a:buNone/>
              <a:defRPr sz="1400">
                <a:solidFill>
                  <a:schemeClr val="bg1"/>
                </a:solidFill>
              </a:defRPr>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12" name="Rectangle 11">
            <a:extLst>
              <a:ext uri="{FF2B5EF4-FFF2-40B4-BE49-F238E27FC236}">
                <a16:creationId xmlns:a16="http://schemas.microsoft.com/office/drawing/2014/main" id="{53A4EE02-E082-4906-9F26-21DA131BE270}"/>
              </a:ext>
              <a:ext uri="{C183D7F6-B498-43B3-948B-1728B52AA6E4}">
                <adec:decorative xmlns:adec="http://schemas.microsoft.com/office/drawing/2017/decorative" val="1"/>
              </a:ext>
            </a:extLst>
          </p:cNvPr>
          <p:cNvSpPr/>
          <p:nvPr userDrawn="1"/>
        </p:nvSpPr>
        <p:spPr>
          <a:xfrm>
            <a:off x="7503696" y="3423562"/>
            <a:ext cx="46867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49F40A-2F72-4059-80C0-FD3038B0C3D5}"/>
              </a:ext>
            </a:extLst>
          </p:cNvPr>
          <p:cNvSpPr>
            <a:spLocks noGrp="1"/>
          </p:cNvSpPr>
          <p:nvPr>
            <p:ph type="title"/>
          </p:nvPr>
        </p:nvSpPr>
        <p:spPr>
          <a:xfrm>
            <a:off x="7465854" y="3941064"/>
            <a:ext cx="3840480" cy="640080"/>
          </a:xfrm>
        </p:spPr>
        <p:txBody>
          <a:bodyPr anchor="t"/>
          <a:lstStyle>
            <a:lvl1pPr>
              <a:spcBef>
                <a:spcPts val="1000"/>
              </a:spcBef>
              <a:defRPr cap="all"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31765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A79566-C1F8-443D-A135-C668898477AE}"/>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035CF363-F733-460B-9E71-BF70442AC396}"/>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A3B0FA47-58F4-4B95-AD52-4EFE7977ACE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489493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197C18-82B5-4EB5-9010-63FFB7F53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9888139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5D6D-4906-4DAB-B1BA-9436026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975A10-62C2-4D29-B192-A142562FE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3B58235-2C90-48E1-8A68-7413F7839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CAF9B-D406-4E4F-B804-AF188F651834}"/>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47E5FF7C-B4CA-48C1-B1A5-2AA329D34317}"/>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6AAABB43-2086-4CDB-B2A4-E51E7D83C75B}"/>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547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85" r:id="rId4"/>
    <p:sldLayoutId id="2147483650" r:id="rId5"/>
    <p:sldLayoutId id="2147483669" r:id="rId6"/>
    <p:sldLayoutId id="2147483651" r:id="rId7"/>
    <p:sldLayoutId id="2147483671" r:id="rId8"/>
    <p:sldLayoutId id="2147483683" r:id="rId9"/>
    <p:sldLayoutId id="2147483687" r:id="rId10"/>
    <p:sldLayoutId id="2147483672" r:id="rId11"/>
    <p:sldLayoutId id="2147483680" r:id="rId12"/>
    <p:sldLayoutId id="2147483678" r:id="rId13"/>
    <p:sldLayoutId id="2147483653" r:id="rId14"/>
    <p:sldLayoutId id="2147483677" r:id="rId15"/>
    <p:sldLayoutId id="2147483673" r:id="rId16"/>
    <p:sldLayoutId id="2147483654" r:id="rId17"/>
    <p:sldLayoutId id="2147483674" r:id="rId18"/>
    <p:sldLayoutId id="2147483675" r:id="rId19"/>
    <p:sldLayoutId id="2147483676" r:id="rId20"/>
    <p:sldLayoutId id="2147483668" r:id="rId21"/>
    <p:sldLayoutId id="2147483652" r:id="rId22"/>
    <p:sldLayoutId id="2147483656" r:id="rId23"/>
    <p:sldLayoutId id="2147483657" r:id="rId2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36" userDrawn="1">
          <p15:clr>
            <a:srgbClr val="5ACBF0"/>
          </p15:clr>
        </p15:guide>
        <p15:guide id="2" pos="2568" userDrawn="1">
          <p15:clr>
            <a:srgbClr val="5ACBF0"/>
          </p15:clr>
        </p15:guide>
        <p15:guide id="3" pos="5760" userDrawn="1">
          <p15:clr>
            <a:srgbClr val="F26B43"/>
          </p15:clr>
        </p15:guide>
        <p15:guide id="4" pos="1920" userDrawn="1">
          <p15:clr>
            <a:srgbClr val="F26B43"/>
          </p15:clr>
        </p15:guide>
        <p15:guide id="5" pos="3840" userDrawn="1">
          <p15:clr>
            <a:srgbClr val="F26B43"/>
          </p15:clr>
        </p15:guide>
        <p15:guide id="6" pos="576" userDrawn="1">
          <p15:clr>
            <a:srgbClr val="000000"/>
          </p15:clr>
        </p15:guide>
        <p15:guide id="7" pos="7104"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bridge and cables">
            <a:extLst>
              <a:ext uri="{FF2B5EF4-FFF2-40B4-BE49-F238E27FC236}">
                <a16:creationId xmlns:a16="http://schemas.microsoft.com/office/drawing/2014/main" id="{96D6DE01-D902-4482-9C44-25411826C9A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7" name="Title 6">
            <a:extLst>
              <a:ext uri="{FF2B5EF4-FFF2-40B4-BE49-F238E27FC236}">
                <a16:creationId xmlns:a16="http://schemas.microsoft.com/office/drawing/2014/main" id="{9C522CE7-8601-4799-A188-72F4C128D33A}"/>
              </a:ext>
            </a:extLst>
          </p:cNvPr>
          <p:cNvSpPr>
            <a:spLocks noGrp="1"/>
          </p:cNvSpPr>
          <p:nvPr>
            <p:ph type="ctrTitle"/>
          </p:nvPr>
        </p:nvSpPr>
        <p:spPr>
          <a:xfrm>
            <a:off x="838200" y="4636008"/>
            <a:ext cx="9144000" cy="1107959"/>
          </a:xfrm>
        </p:spPr>
        <p:txBody>
          <a:bodyPr anchor="b">
            <a:normAutofit fontScale="90000"/>
          </a:bodyPr>
          <a:lstStyle/>
          <a:p>
            <a:r>
              <a:rPr lang="en-IN" dirty="0" err="1"/>
              <a:t>DhanVichar</a:t>
            </a:r>
            <a:br>
              <a:rPr lang="en-IN" dirty="0"/>
            </a:br>
            <a:r>
              <a:rPr lang="en-IN" sz="2700" dirty="0" err="1"/>
              <a:t>Mtech</a:t>
            </a:r>
            <a:r>
              <a:rPr lang="en-IN" sz="2700" dirty="0"/>
              <a:t> Project</a:t>
            </a:r>
          </a:p>
        </p:txBody>
      </p:sp>
      <p:sp>
        <p:nvSpPr>
          <p:cNvPr id="5" name="Text Placeholder 4">
            <a:extLst>
              <a:ext uri="{FF2B5EF4-FFF2-40B4-BE49-F238E27FC236}">
                <a16:creationId xmlns:a16="http://schemas.microsoft.com/office/drawing/2014/main" id="{3B95A575-4944-44FE-8343-886F3F62894C}"/>
              </a:ext>
            </a:extLst>
          </p:cNvPr>
          <p:cNvSpPr>
            <a:spLocks noGrp="1"/>
          </p:cNvSpPr>
          <p:nvPr>
            <p:ph type="body" sz="quarter" idx="13"/>
          </p:nvPr>
        </p:nvSpPr>
        <p:spPr>
          <a:xfrm>
            <a:off x="841248" y="5742432"/>
            <a:ext cx="7953375" cy="457200"/>
          </a:xfrm>
        </p:spPr>
        <p:txBody>
          <a:bodyPr/>
          <a:lstStyle/>
          <a:p>
            <a:r>
              <a:rPr lang="en-US" dirty="0"/>
              <a:t>Raj Choudhury</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image of bar graphs">
            <a:extLst>
              <a:ext uri="{FF2B5EF4-FFF2-40B4-BE49-F238E27FC236}">
                <a16:creationId xmlns:a16="http://schemas.microsoft.com/office/drawing/2014/main" id="{B1240E7A-9EE3-4AD7-AC70-53A1C0C7D52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914400" y="365125"/>
            <a:ext cx="8562475" cy="1325563"/>
          </a:xfrm>
        </p:spPr>
        <p:txBody>
          <a:bodyPr/>
          <a:lstStyle/>
          <a:p>
            <a:r>
              <a:rPr lang="en-US" dirty="0"/>
              <a:t>PROBLEM</a:t>
            </a:r>
          </a:p>
        </p:txBody>
      </p:sp>
      <p:sp>
        <p:nvSpPr>
          <p:cNvPr id="41" name="Text Placeholder 40">
            <a:extLst>
              <a:ext uri="{FF2B5EF4-FFF2-40B4-BE49-F238E27FC236}">
                <a16:creationId xmlns:a16="http://schemas.microsoft.com/office/drawing/2014/main" id="{96363A03-E425-4DF0-A245-F0EEE2D0431D}"/>
              </a:ext>
            </a:extLst>
          </p:cNvPr>
          <p:cNvSpPr>
            <a:spLocks noGrp="1"/>
          </p:cNvSpPr>
          <p:nvPr>
            <p:ph type="body" sz="quarter" idx="25"/>
          </p:nvPr>
        </p:nvSpPr>
        <p:spPr>
          <a:xfrm>
            <a:off x="0" y="1465263"/>
            <a:ext cx="10026650" cy="4754562"/>
          </a:xfrm>
        </p:spPr>
        <p:txBody>
          <a:bodyPr/>
          <a:lstStyle/>
          <a:p>
            <a:r>
              <a:rPr lang="en-US" dirty="0"/>
              <a:t>Market Gap</a:t>
            </a:r>
          </a:p>
        </p:txBody>
      </p:sp>
      <p:sp>
        <p:nvSpPr>
          <p:cNvPr id="44" name="Text Placeholder 43">
            <a:extLst>
              <a:ext uri="{FF2B5EF4-FFF2-40B4-BE49-F238E27FC236}">
                <a16:creationId xmlns:a16="http://schemas.microsoft.com/office/drawing/2014/main" id="{980B2038-1B53-491E-BC2F-148E99EFDBB8}"/>
              </a:ext>
            </a:extLst>
          </p:cNvPr>
          <p:cNvSpPr>
            <a:spLocks noGrp="1"/>
          </p:cNvSpPr>
          <p:nvPr>
            <p:ph type="body" sz="quarter" idx="15"/>
          </p:nvPr>
        </p:nvSpPr>
        <p:spPr>
          <a:xfrm>
            <a:off x="914274" y="2242336"/>
            <a:ext cx="3886200" cy="914400"/>
          </a:xfrm>
        </p:spPr>
        <p:txBody>
          <a:bodyPr>
            <a:normAutofit fontScale="77500" lnSpcReduction="20000"/>
          </a:bodyPr>
          <a:lstStyle/>
          <a:p>
            <a:r>
              <a:rPr lang="en-US" dirty="0"/>
              <a:t>Limited/No information exist for Retail Investors to identify good opportunities and a good entry point to start investment in the market both for equity and mutual funds</a:t>
            </a:r>
          </a:p>
        </p:txBody>
      </p:sp>
      <p:sp>
        <p:nvSpPr>
          <p:cNvPr id="45" name="Text Placeholder 44">
            <a:extLst>
              <a:ext uri="{FF2B5EF4-FFF2-40B4-BE49-F238E27FC236}">
                <a16:creationId xmlns:a16="http://schemas.microsoft.com/office/drawing/2014/main" id="{F970A788-9414-4536-9C00-F0C8714580AB}"/>
              </a:ext>
            </a:extLst>
          </p:cNvPr>
          <p:cNvSpPr>
            <a:spLocks noGrp="1"/>
          </p:cNvSpPr>
          <p:nvPr>
            <p:ph type="body" sz="quarter" idx="16"/>
          </p:nvPr>
        </p:nvSpPr>
        <p:spPr>
          <a:xfrm>
            <a:off x="914525" y="3218688"/>
            <a:ext cx="3886200" cy="320040"/>
          </a:xfrm>
        </p:spPr>
        <p:txBody>
          <a:bodyPr/>
          <a:lstStyle/>
          <a:p>
            <a:r>
              <a:rPr lang="en-US" dirty="0"/>
              <a:t>CUSTOMERS</a:t>
            </a:r>
          </a:p>
        </p:txBody>
      </p:sp>
      <p:sp>
        <p:nvSpPr>
          <p:cNvPr id="46" name="Text Placeholder 45">
            <a:extLst>
              <a:ext uri="{FF2B5EF4-FFF2-40B4-BE49-F238E27FC236}">
                <a16:creationId xmlns:a16="http://schemas.microsoft.com/office/drawing/2014/main" id="{F845A907-CC82-47DD-86EC-58C44C2EA61D}"/>
              </a:ext>
            </a:extLst>
          </p:cNvPr>
          <p:cNvSpPr>
            <a:spLocks noGrp="1"/>
          </p:cNvSpPr>
          <p:nvPr>
            <p:ph type="body" sz="quarter" idx="17"/>
          </p:nvPr>
        </p:nvSpPr>
        <p:spPr>
          <a:xfrm>
            <a:off x="914399" y="3545967"/>
            <a:ext cx="3886200" cy="914400"/>
          </a:xfrm>
        </p:spPr>
        <p:txBody>
          <a:bodyPr>
            <a:noAutofit/>
          </a:bodyPr>
          <a:lstStyle/>
          <a:p>
            <a:r>
              <a:rPr lang="en-US" dirty="0"/>
              <a:t>On average ~30%  increase in retail investors every year since last 10 years</a:t>
            </a:r>
          </a:p>
        </p:txBody>
      </p:sp>
      <p:sp>
        <p:nvSpPr>
          <p:cNvPr id="149" name="Date Placeholder 148">
            <a:extLst>
              <a:ext uri="{FF2B5EF4-FFF2-40B4-BE49-F238E27FC236}">
                <a16:creationId xmlns:a16="http://schemas.microsoft.com/office/drawing/2014/main" id="{9598B89F-8751-4A36-9936-166C165858EF}"/>
              </a:ext>
            </a:extLst>
          </p:cNvPr>
          <p:cNvSpPr>
            <a:spLocks noGrp="1"/>
          </p:cNvSpPr>
          <p:nvPr>
            <p:ph type="dt" sz="half" idx="10"/>
          </p:nvPr>
        </p:nvSpPr>
        <p:spPr>
          <a:xfrm>
            <a:off x="838200" y="6356350"/>
            <a:ext cx="2743200" cy="365125"/>
          </a:xfrm>
        </p:spPr>
        <p:txBody>
          <a:bodyPr/>
          <a:lstStyle/>
          <a:p>
            <a:r>
              <a:rPr lang="en-US" dirty="0"/>
              <a:t>7/14/20XX</a:t>
            </a:r>
          </a:p>
        </p:txBody>
      </p:sp>
      <p:sp>
        <p:nvSpPr>
          <p:cNvPr id="47" name="Text Placeholder 46">
            <a:extLst>
              <a:ext uri="{FF2B5EF4-FFF2-40B4-BE49-F238E27FC236}">
                <a16:creationId xmlns:a16="http://schemas.microsoft.com/office/drawing/2014/main" id="{5B76A604-CBAD-4494-A846-E4C833A6092C}"/>
              </a:ext>
            </a:extLst>
          </p:cNvPr>
          <p:cNvSpPr>
            <a:spLocks noGrp="1"/>
          </p:cNvSpPr>
          <p:nvPr>
            <p:ph type="body" sz="quarter" idx="18"/>
          </p:nvPr>
        </p:nvSpPr>
        <p:spPr>
          <a:xfrm>
            <a:off x="5590801" y="1916113"/>
            <a:ext cx="3886200" cy="320040"/>
          </a:xfrm>
        </p:spPr>
        <p:txBody>
          <a:bodyPr/>
          <a:lstStyle/>
          <a:p>
            <a:r>
              <a:rPr lang="en-US" dirty="0"/>
              <a:t>COSTS</a:t>
            </a:r>
          </a:p>
        </p:txBody>
      </p:sp>
      <p:sp>
        <p:nvSpPr>
          <p:cNvPr id="48" name="Text Placeholder 47">
            <a:extLst>
              <a:ext uri="{FF2B5EF4-FFF2-40B4-BE49-F238E27FC236}">
                <a16:creationId xmlns:a16="http://schemas.microsoft.com/office/drawing/2014/main" id="{BF07FAC4-029F-4076-B784-683A1CCA6865}"/>
              </a:ext>
            </a:extLst>
          </p:cNvPr>
          <p:cNvSpPr>
            <a:spLocks noGrp="1"/>
          </p:cNvSpPr>
          <p:nvPr>
            <p:ph type="body" sz="quarter" idx="19"/>
          </p:nvPr>
        </p:nvSpPr>
        <p:spPr>
          <a:xfrm>
            <a:off x="5590675" y="2242336"/>
            <a:ext cx="3886200" cy="914400"/>
          </a:xfrm>
        </p:spPr>
        <p:txBody>
          <a:bodyPr>
            <a:normAutofit/>
          </a:bodyPr>
          <a:lstStyle/>
          <a:p>
            <a:r>
              <a:rPr lang="en-US" dirty="0"/>
              <a:t>Loss of potential income by not choosing the correct entry point for the market investment and my not making the portfolios healthy</a:t>
            </a:r>
          </a:p>
        </p:txBody>
      </p:sp>
      <p:sp>
        <p:nvSpPr>
          <p:cNvPr id="49" name="Text Placeholder 48">
            <a:extLst>
              <a:ext uri="{FF2B5EF4-FFF2-40B4-BE49-F238E27FC236}">
                <a16:creationId xmlns:a16="http://schemas.microsoft.com/office/drawing/2014/main" id="{BEEA5224-6F24-4134-84A4-4BB922BE15DE}"/>
              </a:ext>
            </a:extLst>
          </p:cNvPr>
          <p:cNvSpPr>
            <a:spLocks noGrp="1"/>
          </p:cNvSpPr>
          <p:nvPr>
            <p:ph type="body" sz="quarter" idx="20"/>
          </p:nvPr>
        </p:nvSpPr>
        <p:spPr>
          <a:xfrm>
            <a:off x="5590801" y="3218688"/>
            <a:ext cx="3886200" cy="320040"/>
          </a:xfrm>
        </p:spPr>
        <p:txBody>
          <a:bodyPr/>
          <a:lstStyle/>
          <a:p>
            <a:r>
              <a:rPr lang="en-US" dirty="0"/>
              <a:t>USABILITY</a:t>
            </a:r>
          </a:p>
        </p:txBody>
      </p:sp>
      <p:sp>
        <p:nvSpPr>
          <p:cNvPr id="50" name="Text Placeholder 49">
            <a:extLst>
              <a:ext uri="{FF2B5EF4-FFF2-40B4-BE49-F238E27FC236}">
                <a16:creationId xmlns:a16="http://schemas.microsoft.com/office/drawing/2014/main" id="{6DC9F3A7-D8E7-4ABC-8153-8AFB777CAC78}"/>
              </a:ext>
            </a:extLst>
          </p:cNvPr>
          <p:cNvSpPr>
            <a:spLocks noGrp="1"/>
          </p:cNvSpPr>
          <p:nvPr>
            <p:ph type="body" sz="quarter" idx="21"/>
          </p:nvPr>
        </p:nvSpPr>
        <p:spPr>
          <a:xfrm>
            <a:off x="5590675" y="3545967"/>
            <a:ext cx="3886200" cy="914400"/>
          </a:xfrm>
        </p:spPr>
        <p:txBody>
          <a:bodyPr>
            <a:normAutofit/>
          </a:bodyPr>
          <a:lstStyle/>
          <a:p>
            <a:r>
              <a:rPr lang="en-US" dirty="0"/>
              <a:t>Customers want something that’s easy to adopt and simple to use</a:t>
            </a:r>
          </a:p>
        </p:txBody>
      </p:sp>
      <p:sp>
        <p:nvSpPr>
          <p:cNvPr id="150" name="Footer Placeholder 149">
            <a:extLst>
              <a:ext uri="{FF2B5EF4-FFF2-40B4-BE49-F238E27FC236}">
                <a16:creationId xmlns:a16="http://schemas.microsoft.com/office/drawing/2014/main" id="{BF3830E9-8071-46F4-9061-47A9D52729BA}"/>
              </a:ext>
            </a:extLst>
          </p:cNvPr>
          <p:cNvSpPr>
            <a:spLocks noGrp="1"/>
          </p:cNvSpPr>
          <p:nvPr>
            <p:ph type="ftr" sz="quarter" idx="11"/>
          </p:nvPr>
        </p:nvSpPr>
        <p:spPr>
          <a:xfrm>
            <a:off x="4038600" y="6356350"/>
            <a:ext cx="4114800" cy="365125"/>
          </a:xfrm>
        </p:spPr>
        <p:txBody>
          <a:bodyPr/>
          <a:lstStyle/>
          <a:p>
            <a:r>
              <a:rPr lang="en-US" dirty="0"/>
              <a:t>Pitch deck title</a:t>
            </a:r>
          </a:p>
        </p:txBody>
      </p:sp>
      <p:sp>
        <p:nvSpPr>
          <p:cNvPr id="152" name="Text Placeholder 151">
            <a:extLst>
              <a:ext uri="{FF2B5EF4-FFF2-40B4-BE49-F238E27FC236}">
                <a16:creationId xmlns:a16="http://schemas.microsoft.com/office/drawing/2014/main" id="{3C4F874E-995C-4034-ACF3-1F09DDFD1EF2}"/>
              </a:ext>
            </a:extLst>
          </p:cNvPr>
          <p:cNvSpPr>
            <a:spLocks noGrp="1"/>
          </p:cNvSpPr>
          <p:nvPr>
            <p:ph type="body" sz="quarter" idx="24"/>
          </p:nvPr>
        </p:nvSpPr>
        <p:spPr>
          <a:xfrm>
            <a:off x="10734040" y="-68580"/>
            <a:ext cx="1737360" cy="6858000"/>
          </a:xfrm>
        </p:spPr>
        <p:txBody>
          <a:bodyPr/>
          <a:lstStyle/>
          <a:p>
            <a:r>
              <a:rPr lang="en-US" dirty="0"/>
              <a:t>Problem</a:t>
            </a:r>
          </a:p>
        </p:txBody>
      </p:sp>
    </p:spTree>
    <p:extLst>
      <p:ext uri="{BB962C8B-B14F-4D97-AF65-F5344CB8AC3E}">
        <p14:creationId xmlns:p14="http://schemas.microsoft.com/office/powerpoint/2010/main" val="323836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6155363" y="365125"/>
            <a:ext cx="5103007" cy="1325563"/>
          </a:xfrm>
        </p:spPr>
        <p:txBody>
          <a:bodyPr/>
          <a:lstStyle/>
          <a:p>
            <a:r>
              <a:rPr lang="en-US" dirty="0"/>
              <a:t>SOLUTION</a:t>
            </a:r>
          </a:p>
        </p:txBody>
      </p:sp>
      <p:pic>
        <p:nvPicPr>
          <p:cNvPr id="7" name="Picture Placeholder 6" descr="Man working on laptop sitting by the window">
            <a:extLst>
              <a:ext uri="{FF2B5EF4-FFF2-40B4-BE49-F238E27FC236}">
                <a16:creationId xmlns:a16="http://schemas.microsoft.com/office/drawing/2014/main" id="{32F765DF-EED6-463B-813A-9D13C1F8490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933630" y="548640"/>
            <a:ext cx="4389120" cy="5760720"/>
          </a:xfrm>
        </p:spPr>
      </p:pic>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4"/>
          </p:nvPr>
        </p:nvSpPr>
        <p:spPr>
          <a:xfrm>
            <a:off x="6153182" y="2093976"/>
            <a:ext cx="5120640" cy="320040"/>
          </a:xfrm>
        </p:spPr>
        <p:txBody>
          <a:bodyPr vert="horz" lIns="91440" tIns="45720" rIns="91440" bIns="45720" rtlCol="0" anchor="t">
            <a:normAutofit lnSpcReduction="10000"/>
          </a:bodyPr>
          <a:lstStyle/>
          <a:p>
            <a:r>
              <a:rPr lang="en-US" dirty="0"/>
              <a:t>CLOSE THE GAP</a:t>
            </a:r>
          </a:p>
        </p:txBody>
      </p:sp>
      <p:sp>
        <p:nvSpPr>
          <p:cNvPr id="21" name="Text Placeholder 20">
            <a:extLst>
              <a:ext uri="{FF2B5EF4-FFF2-40B4-BE49-F238E27FC236}">
                <a16:creationId xmlns:a16="http://schemas.microsoft.com/office/drawing/2014/main" id="{43DDEB93-8628-4CD2-969D-1108E86844B5}"/>
              </a:ext>
            </a:extLst>
          </p:cNvPr>
          <p:cNvSpPr>
            <a:spLocks noGrp="1"/>
          </p:cNvSpPr>
          <p:nvPr>
            <p:ph type="body" sz="quarter" idx="15"/>
          </p:nvPr>
        </p:nvSpPr>
        <p:spPr>
          <a:xfrm>
            <a:off x="6153056" y="2422684"/>
            <a:ext cx="5120640" cy="761702"/>
          </a:xfrm>
        </p:spPr>
        <p:txBody>
          <a:bodyPr>
            <a:normAutofit fontScale="25000" lnSpcReduction="20000"/>
          </a:bodyPr>
          <a:lstStyle/>
          <a:p>
            <a:r>
              <a:rPr lang="en-US" sz="4800" dirty="0"/>
              <a:t>Our product acts as an AI advisor to help investor for easier stock and mutual fund analysis and guide to identify good entry point  for investing.  No other product on the market offers the same benefits</a:t>
            </a:r>
          </a:p>
          <a:p>
            <a:endParaRPr lang="en-US" dirty="0"/>
          </a:p>
        </p:txBody>
      </p:sp>
      <p:sp>
        <p:nvSpPr>
          <p:cNvPr id="22" name="Text Placeholder 21">
            <a:extLst>
              <a:ext uri="{FF2B5EF4-FFF2-40B4-BE49-F238E27FC236}">
                <a16:creationId xmlns:a16="http://schemas.microsoft.com/office/drawing/2014/main" id="{1148019F-B471-48D3-A6AA-3F0B467240B5}"/>
              </a:ext>
            </a:extLst>
          </p:cNvPr>
          <p:cNvSpPr>
            <a:spLocks noGrp="1"/>
          </p:cNvSpPr>
          <p:nvPr>
            <p:ph type="body" sz="quarter" idx="16"/>
          </p:nvPr>
        </p:nvSpPr>
        <p:spPr>
          <a:xfrm>
            <a:off x="6153056" y="3341180"/>
            <a:ext cx="5120640" cy="320040"/>
          </a:xfrm>
        </p:spPr>
        <p:txBody>
          <a:bodyPr/>
          <a:lstStyle/>
          <a:p>
            <a:r>
              <a:rPr lang="en-US" dirty="0"/>
              <a:t>TARGET AUDIENCE</a:t>
            </a:r>
          </a:p>
        </p:txBody>
      </p:sp>
      <p:sp>
        <p:nvSpPr>
          <p:cNvPr id="23" name="Text Placeholder 22">
            <a:extLst>
              <a:ext uri="{FF2B5EF4-FFF2-40B4-BE49-F238E27FC236}">
                <a16:creationId xmlns:a16="http://schemas.microsoft.com/office/drawing/2014/main" id="{1B300A6A-6AD6-4D6C-85C5-FDF36EF1D3CF}"/>
              </a:ext>
            </a:extLst>
          </p:cNvPr>
          <p:cNvSpPr>
            <a:spLocks noGrp="1"/>
          </p:cNvSpPr>
          <p:nvPr>
            <p:ph type="body" sz="quarter" idx="17"/>
          </p:nvPr>
        </p:nvSpPr>
        <p:spPr>
          <a:xfrm>
            <a:off x="6153056" y="3650568"/>
            <a:ext cx="5120640" cy="457200"/>
          </a:xfrm>
        </p:spPr>
        <p:txBody>
          <a:bodyPr>
            <a:normAutofit/>
          </a:bodyPr>
          <a:lstStyle/>
          <a:p>
            <a:r>
              <a:rPr lang="en-US" dirty="0"/>
              <a:t>Retail Investors</a:t>
            </a:r>
          </a:p>
        </p:txBody>
      </p:sp>
      <p:sp>
        <p:nvSpPr>
          <p:cNvPr id="24" name="Text Placeholder 23">
            <a:extLst>
              <a:ext uri="{FF2B5EF4-FFF2-40B4-BE49-F238E27FC236}">
                <a16:creationId xmlns:a16="http://schemas.microsoft.com/office/drawing/2014/main" id="{C03AC016-5A46-4B6E-943F-B9F46486290F}"/>
              </a:ext>
            </a:extLst>
          </p:cNvPr>
          <p:cNvSpPr>
            <a:spLocks noGrp="1"/>
          </p:cNvSpPr>
          <p:nvPr>
            <p:ph type="body" sz="quarter" idx="18"/>
          </p:nvPr>
        </p:nvSpPr>
        <p:spPr>
          <a:xfrm>
            <a:off x="6117005" y="4174554"/>
            <a:ext cx="5120640" cy="320040"/>
          </a:xfrm>
        </p:spPr>
        <p:txBody>
          <a:bodyPr/>
          <a:lstStyle/>
          <a:p>
            <a:r>
              <a:rPr lang="en-US" dirty="0"/>
              <a:t>COST SAVINGS</a:t>
            </a:r>
          </a:p>
        </p:txBody>
      </p:sp>
      <p:sp>
        <p:nvSpPr>
          <p:cNvPr id="25" name="Text Placeholder 24">
            <a:extLst>
              <a:ext uri="{FF2B5EF4-FFF2-40B4-BE49-F238E27FC236}">
                <a16:creationId xmlns:a16="http://schemas.microsoft.com/office/drawing/2014/main" id="{10A43BEE-B04F-469B-9957-9AF5947E5A19}"/>
              </a:ext>
            </a:extLst>
          </p:cNvPr>
          <p:cNvSpPr>
            <a:spLocks noGrp="1"/>
          </p:cNvSpPr>
          <p:nvPr>
            <p:ph type="body" sz="quarter" idx="19"/>
          </p:nvPr>
        </p:nvSpPr>
        <p:spPr>
          <a:xfrm>
            <a:off x="6126241" y="4478735"/>
            <a:ext cx="5120640" cy="640080"/>
          </a:xfrm>
        </p:spPr>
        <p:txBody>
          <a:bodyPr>
            <a:normAutofit/>
          </a:bodyPr>
          <a:lstStyle/>
          <a:p>
            <a:r>
              <a:rPr lang="en-US" dirty="0"/>
              <a:t>Low-cost tool for retail investors which can help to increase long term profits</a:t>
            </a:r>
          </a:p>
        </p:txBody>
      </p:sp>
      <p:sp>
        <p:nvSpPr>
          <p:cNvPr id="26" name="Text Placeholder 25">
            <a:extLst>
              <a:ext uri="{FF2B5EF4-FFF2-40B4-BE49-F238E27FC236}">
                <a16:creationId xmlns:a16="http://schemas.microsoft.com/office/drawing/2014/main" id="{2631719C-FC8F-4C94-8D70-74C636AC876C}"/>
              </a:ext>
            </a:extLst>
          </p:cNvPr>
          <p:cNvSpPr>
            <a:spLocks noGrp="1"/>
          </p:cNvSpPr>
          <p:nvPr>
            <p:ph type="body" sz="quarter" idx="20"/>
          </p:nvPr>
        </p:nvSpPr>
        <p:spPr>
          <a:xfrm>
            <a:off x="6149292" y="5202936"/>
            <a:ext cx="5120640" cy="320040"/>
          </a:xfrm>
        </p:spPr>
        <p:txBody>
          <a:bodyPr/>
          <a:lstStyle/>
          <a:p>
            <a:r>
              <a:rPr lang="en-US" dirty="0"/>
              <a:t>EASY TO USE</a:t>
            </a:r>
          </a:p>
        </p:txBody>
      </p:sp>
      <p:sp>
        <p:nvSpPr>
          <p:cNvPr id="27" name="Text Placeholder 26">
            <a:extLst>
              <a:ext uri="{FF2B5EF4-FFF2-40B4-BE49-F238E27FC236}">
                <a16:creationId xmlns:a16="http://schemas.microsoft.com/office/drawing/2014/main" id="{58552BB2-2387-4A2C-8668-B6633FE46EE4}"/>
              </a:ext>
            </a:extLst>
          </p:cNvPr>
          <p:cNvSpPr>
            <a:spLocks noGrp="1"/>
          </p:cNvSpPr>
          <p:nvPr>
            <p:ph type="body" sz="quarter" idx="21"/>
          </p:nvPr>
        </p:nvSpPr>
        <p:spPr>
          <a:xfrm>
            <a:off x="6149166" y="5535502"/>
            <a:ext cx="5120640" cy="640080"/>
          </a:xfrm>
        </p:spPr>
        <p:txBody>
          <a:bodyPr/>
          <a:lstStyle/>
          <a:p>
            <a:r>
              <a:rPr lang="en-US" dirty="0"/>
              <a:t>A simple product that gives businesses the information they need in order to make informed financial decisions</a:t>
            </a:r>
          </a:p>
          <a:p>
            <a:endParaRPr lang="en-US" dirty="0"/>
          </a:p>
        </p:txBody>
      </p:sp>
      <p:sp>
        <p:nvSpPr>
          <p:cNvPr id="50" name="Date Placeholder 49">
            <a:extLst>
              <a:ext uri="{FF2B5EF4-FFF2-40B4-BE49-F238E27FC236}">
                <a16:creationId xmlns:a16="http://schemas.microsoft.com/office/drawing/2014/main" id="{9726F8A6-61E7-497C-B12F-6E9E2C0564C8}"/>
              </a:ext>
            </a:extLst>
          </p:cNvPr>
          <p:cNvSpPr>
            <a:spLocks noGrp="1"/>
          </p:cNvSpPr>
          <p:nvPr>
            <p:ph type="dt" sz="half" idx="10"/>
          </p:nvPr>
        </p:nvSpPr>
        <p:spPr>
          <a:xfrm>
            <a:off x="838200" y="6356350"/>
            <a:ext cx="2743200" cy="365125"/>
          </a:xfrm>
        </p:spPr>
        <p:txBody>
          <a:bodyPr/>
          <a:lstStyle/>
          <a:p>
            <a:r>
              <a:rPr lang="en-US" dirty="0"/>
              <a:t>7/14/20XX</a:t>
            </a:r>
          </a:p>
        </p:txBody>
      </p:sp>
      <p:sp>
        <p:nvSpPr>
          <p:cNvPr id="51" name="Footer Placeholder 50">
            <a:extLst>
              <a:ext uri="{FF2B5EF4-FFF2-40B4-BE49-F238E27FC236}">
                <a16:creationId xmlns:a16="http://schemas.microsoft.com/office/drawing/2014/main" id="{9EF76BD2-EB69-4D45-9701-8A82B812A6E0}"/>
              </a:ext>
            </a:extLst>
          </p:cNvPr>
          <p:cNvSpPr>
            <a:spLocks noGrp="1"/>
          </p:cNvSpPr>
          <p:nvPr>
            <p:ph type="ftr" sz="quarter" idx="11"/>
          </p:nvPr>
        </p:nvSpPr>
        <p:spPr>
          <a:xfrm>
            <a:off x="4038600" y="6356350"/>
            <a:ext cx="4114800" cy="365125"/>
          </a:xfrm>
        </p:spPr>
        <p:txBody>
          <a:bodyPr/>
          <a:lstStyle/>
          <a:p>
            <a:r>
              <a:rPr lang="en-US" dirty="0"/>
              <a:t>Pitch deck title</a:t>
            </a:r>
          </a:p>
        </p:txBody>
      </p:sp>
      <p:sp>
        <p:nvSpPr>
          <p:cNvPr id="52" name="Slide Number Placeholder 51">
            <a:extLst>
              <a:ext uri="{FF2B5EF4-FFF2-40B4-BE49-F238E27FC236}">
                <a16:creationId xmlns:a16="http://schemas.microsoft.com/office/drawing/2014/main" id="{BD1651FB-5427-4C2E-968C-077A5FCB9D8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19619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close up image of coins">
            <a:extLst>
              <a:ext uri="{FF2B5EF4-FFF2-40B4-BE49-F238E27FC236}">
                <a16:creationId xmlns:a16="http://schemas.microsoft.com/office/drawing/2014/main" id="{B91E178C-484E-43C6-93B4-4DF1D164602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88" y="0"/>
            <a:ext cx="12188825" cy="6858000"/>
          </a:xfrm>
        </p:spPr>
      </p:pic>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838200" y="365125"/>
            <a:ext cx="10515600" cy="1325563"/>
          </a:xfrm>
        </p:spPr>
        <p:txBody>
          <a:bodyPr/>
          <a:lstStyle/>
          <a:p>
            <a:r>
              <a:rPr lang="en-ZA" dirty="0"/>
              <a:t>BUSINESS MODEL</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33"/>
          </p:nvPr>
        </p:nvSpPr>
        <p:spPr>
          <a:xfrm>
            <a:off x="1444752" y="2487165"/>
            <a:ext cx="2926080" cy="2714379"/>
          </a:xfrm>
        </p:spPr>
        <p:txBody>
          <a:bodyPr/>
          <a:lstStyle/>
          <a:p>
            <a:r>
              <a:rPr lang="en-ZA" dirty="0"/>
              <a:t>RESEARCH</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34"/>
          </p:nvPr>
        </p:nvSpPr>
        <p:spPr>
          <a:xfrm>
            <a:off x="1673352" y="3374135"/>
            <a:ext cx="2468880" cy="1576555"/>
          </a:xfrm>
        </p:spPr>
        <p:txBody>
          <a:bodyPr vert="horz" lIns="91440" tIns="45720" rIns="91440" bIns="45720" rtlCol="0" anchor="t">
            <a:noAutofit/>
          </a:bodyPr>
          <a:lstStyle/>
          <a:p>
            <a:pPr algn="l"/>
            <a:r>
              <a:rPr lang="en-ZA" noProof="1"/>
              <a:t>We based our research on market trends, company’s quarterly performance tracker   and stock market historical  performance data</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35"/>
          </p:nvPr>
        </p:nvSpPr>
        <p:spPr>
          <a:xfrm>
            <a:off x="4636008" y="2487165"/>
            <a:ext cx="2926080" cy="2715768"/>
          </a:xfrm>
        </p:spPr>
        <p:txBody>
          <a:bodyPr>
            <a:normAutofit/>
          </a:bodyPr>
          <a:lstStyle/>
          <a:p>
            <a:r>
              <a:rPr lang="en-ZA" dirty="0"/>
              <a:t>Alerts</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36"/>
          </p:nvPr>
        </p:nvSpPr>
        <p:spPr>
          <a:xfrm>
            <a:off x="4873775" y="3374136"/>
            <a:ext cx="2468880" cy="1371600"/>
          </a:xfrm>
        </p:spPr>
        <p:txBody>
          <a:bodyPr vert="horz" lIns="91440" tIns="45720" rIns="91440" bIns="45720" rtlCol="0" anchor="t">
            <a:noAutofit/>
          </a:bodyPr>
          <a:lstStyle/>
          <a:p>
            <a:r>
              <a:rPr lang="en-ZA" noProof="1"/>
              <a:t>Send the notification to user based on personalized portfolio</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37"/>
          </p:nvPr>
        </p:nvSpPr>
        <p:spPr>
          <a:xfrm>
            <a:off x="7790688" y="2487165"/>
            <a:ext cx="2926080" cy="2715768"/>
          </a:xfrm>
        </p:spPr>
        <p:txBody>
          <a:bodyPr>
            <a:normAutofit/>
          </a:bodyPr>
          <a:lstStyle/>
          <a:p>
            <a:r>
              <a:rPr lang="en-ZA" dirty="0"/>
              <a:t>Publish</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38"/>
          </p:nvPr>
        </p:nvSpPr>
        <p:spPr>
          <a:xfrm>
            <a:off x="8019288" y="3374136"/>
            <a:ext cx="2468880" cy="1371600"/>
          </a:xfrm>
        </p:spPr>
        <p:txBody>
          <a:bodyPr vert="horz" lIns="91440" tIns="45720" rIns="91440" bIns="45720" rtlCol="0" anchor="t">
            <a:normAutofit/>
          </a:bodyPr>
          <a:lstStyle/>
          <a:p>
            <a:r>
              <a:rPr lang="en-ZA" noProof="1"/>
              <a:t>Monthly/Quarterly/Yearly portfolio reports</a:t>
            </a:r>
          </a:p>
        </p:txBody>
      </p:sp>
      <p:sp>
        <p:nvSpPr>
          <p:cNvPr id="11" name="Date Placeholder 10">
            <a:extLst>
              <a:ext uri="{FF2B5EF4-FFF2-40B4-BE49-F238E27FC236}">
                <a16:creationId xmlns:a16="http://schemas.microsoft.com/office/drawing/2014/main" id="{FAAA39EA-03A4-4F7C-AD28-57646912356E}"/>
              </a:ext>
            </a:extLst>
          </p:cNvPr>
          <p:cNvSpPr>
            <a:spLocks noGrp="1"/>
          </p:cNvSpPr>
          <p:nvPr>
            <p:ph type="dt" sz="half" idx="39"/>
          </p:nvPr>
        </p:nvSpPr>
        <p:spPr>
          <a:xfrm>
            <a:off x="838200" y="6356350"/>
            <a:ext cx="2743200" cy="365125"/>
          </a:xfrm>
        </p:spPr>
        <p:txBody>
          <a:bodyPr/>
          <a:lstStyle/>
          <a:p>
            <a:r>
              <a:rPr lang="en-US" dirty="0"/>
              <a:t>7/14/20XX</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10"/>
          </p:nvPr>
        </p:nvSpPr>
        <p:spPr>
          <a:xfrm>
            <a:off x="4038600" y="6356350"/>
            <a:ext cx="4114800" cy="365125"/>
          </a:xfrm>
        </p:spPr>
        <p:txBody>
          <a:bodyPr/>
          <a:lstStyle/>
          <a:p>
            <a:r>
              <a:rPr lang="en-ZA" dirty="0"/>
              <a:t>Pitch deck title</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11"/>
          </p:nvPr>
        </p:nvSpPr>
        <p:spPr>
          <a:xfrm>
            <a:off x="8610600" y="6356350"/>
            <a:ext cx="2743200" cy="365125"/>
          </a:xfrm>
        </p:spPr>
        <p:txBody>
          <a:bodyPr/>
          <a:lstStyle/>
          <a:p>
            <a:fld id="{19B51A1E-902D-48AF-9020-955120F399B6}" type="slidenum">
              <a:rPr lang="en-ZA" smtClean="0"/>
              <a:pPr/>
              <a:t>4</a:t>
            </a:fld>
            <a:endParaRPr lang="en-ZA" dirty="0"/>
          </a:p>
        </p:txBody>
      </p:sp>
    </p:spTree>
    <p:extLst>
      <p:ext uri="{BB962C8B-B14F-4D97-AF65-F5344CB8AC3E}">
        <p14:creationId xmlns:p14="http://schemas.microsoft.com/office/powerpoint/2010/main" val="827597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1CD74-FE9D-7AEC-7036-2621EC2C6313}"/>
              </a:ext>
            </a:extLst>
          </p:cNvPr>
          <p:cNvSpPr>
            <a:spLocks noGrp="1"/>
          </p:cNvSpPr>
          <p:nvPr>
            <p:ph type="title"/>
          </p:nvPr>
        </p:nvSpPr>
        <p:spPr/>
        <p:txBody>
          <a:bodyPr/>
          <a:lstStyle/>
          <a:p>
            <a:r>
              <a:rPr lang="en-IN" dirty="0"/>
              <a:t>Problem Statement</a:t>
            </a:r>
          </a:p>
        </p:txBody>
      </p:sp>
      <p:sp>
        <p:nvSpPr>
          <p:cNvPr id="3" name="Date Placeholder 2">
            <a:extLst>
              <a:ext uri="{FF2B5EF4-FFF2-40B4-BE49-F238E27FC236}">
                <a16:creationId xmlns:a16="http://schemas.microsoft.com/office/drawing/2014/main" id="{F2973DC0-A9A8-95F2-D73B-A770C97DB0A8}"/>
              </a:ext>
            </a:extLst>
          </p:cNvPr>
          <p:cNvSpPr>
            <a:spLocks noGrp="1"/>
          </p:cNvSpPr>
          <p:nvPr>
            <p:ph type="dt" sz="half" idx="10"/>
          </p:nvPr>
        </p:nvSpPr>
        <p:spPr/>
        <p:txBody>
          <a:bodyPr/>
          <a:lstStyle/>
          <a:p>
            <a:r>
              <a:rPr lang="en-US"/>
              <a:t>7/14/20XX</a:t>
            </a:r>
            <a:endParaRPr lang="en-US" dirty="0"/>
          </a:p>
        </p:txBody>
      </p:sp>
      <p:sp>
        <p:nvSpPr>
          <p:cNvPr id="4" name="Footer Placeholder 3">
            <a:extLst>
              <a:ext uri="{FF2B5EF4-FFF2-40B4-BE49-F238E27FC236}">
                <a16:creationId xmlns:a16="http://schemas.microsoft.com/office/drawing/2014/main" id="{413CFDDC-8D1E-15FA-CD43-40CF42684645}"/>
              </a:ext>
            </a:extLst>
          </p:cNvPr>
          <p:cNvSpPr>
            <a:spLocks noGrp="1"/>
          </p:cNvSpPr>
          <p:nvPr>
            <p:ph type="ftr" sz="quarter" idx="11"/>
          </p:nvPr>
        </p:nvSpPr>
        <p:spPr/>
        <p:txBody>
          <a:bodyPr/>
          <a:lstStyle/>
          <a:p>
            <a:r>
              <a:rPr lang="en-US"/>
              <a:t>Pitch deck title</a:t>
            </a:r>
            <a:endParaRPr lang="en-US" dirty="0"/>
          </a:p>
        </p:txBody>
      </p:sp>
      <p:sp>
        <p:nvSpPr>
          <p:cNvPr id="5" name="Slide Number Placeholder 4">
            <a:extLst>
              <a:ext uri="{FF2B5EF4-FFF2-40B4-BE49-F238E27FC236}">
                <a16:creationId xmlns:a16="http://schemas.microsoft.com/office/drawing/2014/main" id="{65A2E35A-5EB7-8E53-AD38-EAEAE2A205A5}"/>
              </a:ext>
            </a:extLst>
          </p:cNvPr>
          <p:cNvSpPr>
            <a:spLocks noGrp="1"/>
          </p:cNvSpPr>
          <p:nvPr>
            <p:ph type="sldNum" sz="quarter" idx="12"/>
          </p:nvPr>
        </p:nvSpPr>
        <p:spPr/>
        <p:txBody>
          <a:bodyPr/>
          <a:lstStyle/>
          <a:p>
            <a:fld id="{B5CEABB6-07DC-46E8-9B57-56EC44A396E5}" type="slidenum">
              <a:rPr lang="en-US" smtClean="0"/>
              <a:pPr/>
              <a:t>5</a:t>
            </a:fld>
            <a:endParaRPr lang="en-US" dirty="0"/>
          </a:p>
        </p:txBody>
      </p:sp>
      <p:sp>
        <p:nvSpPr>
          <p:cNvPr id="6" name="TextBox 5">
            <a:extLst>
              <a:ext uri="{FF2B5EF4-FFF2-40B4-BE49-F238E27FC236}">
                <a16:creationId xmlns:a16="http://schemas.microsoft.com/office/drawing/2014/main" id="{41221849-6B59-1E73-BC44-45BFD46FC519}"/>
              </a:ext>
            </a:extLst>
          </p:cNvPr>
          <p:cNvSpPr txBox="1"/>
          <p:nvPr/>
        </p:nvSpPr>
        <p:spPr>
          <a:xfrm>
            <a:off x="1006764" y="1782618"/>
            <a:ext cx="10233891"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Information Fragmentation:</a:t>
            </a:r>
            <a:r>
              <a:rPr lang="en-US" dirty="0"/>
              <a:t> Retail users must visit 4-5 different platforms (NSE for price, </a:t>
            </a:r>
            <a:r>
              <a:rPr lang="en-US" dirty="0" err="1"/>
              <a:t>Moneycontrol</a:t>
            </a:r>
            <a:r>
              <a:rPr lang="en-US" dirty="0"/>
              <a:t> for news, YouTube for IR calls, AMFI for NAVs </a:t>
            </a:r>
            <a:r>
              <a:rPr lang="en-US" dirty="0" err="1"/>
              <a:t>etc</a:t>
            </a:r>
            <a:r>
              <a:rPr lang="en-US" dirty="0"/>
              <a:t>) to make one decision.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The "Credibility Gap":</a:t>
            </a:r>
            <a:r>
              <a:rPr lang="en-US" dirty="0"/>
              <a:t> Corporate management often paints an optimistic picture in transcripts/videos that doesn't align with financial health or market performance.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Analysis Paralysis:</a:t>
            </a:r>
            <a:r>
              <a:rPr lang="en-US" dirty="0"/>
              <a:t> High-frequency data (price) changes every second, while high-value data (transcripts/PDFs) is buried in 50-page documents. Retail users cannot synthesize both.</a:t>
            </a:r>
          </a:p>
        </p:txBody>
      </p:sp>
    </p:spTree>
    <p:extLst>
      <p:ext uri="{BB962C8B-B14F-4D97-AF65-F5344CB8AC3E}">
        <p14:creationId xmlns:p14="http://schemas.microsoft.com/office/powerpoint/2010/main" val="543947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A3C6C-D0E0-0A84-8533-D440A9852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A4C1A-0367-9B83-CDFC-21F35512EFA8}"/>
              </a:ext>
            </a:extLst>
          </p:cNvPr>
          <p:cNvSpPr>
            <a:spLocks noGrp="1"/>
          </p:cNvSpPr>
          <p:nvPr>
            <p:ph type="title"/>
          </p:nvPr>
        </p:nvSpPr>
        <p:spPr/>
        <p:txBody>
          <a:bodyPr/>
          <a:lstStyle/>
          <a:p>
            <a:r>
              <a:rPr lang="en-IN" b="1" dirty="0"/>
              <a:t>Proposed Solution</a:t>
            </a:r>
          </a:p>
        </p:txBody>
      </p:sp>
      <p:sp>
        <p:nvSpPr>
          <p:cNvPr id="3" name="Date Placeholder 2">
            <a:extLst>
              <a:ext uri="{FF2B5EF4-FFF2-40B4-BE49-F238E27FC236}">
                <a16:creationId xmlns:a16="http://schemas.microsoft.com/office/drawing/2014/main" id="{A9BDD83A-7C45-DC93-A974-43C31FFB55F9}"/>
              </a:ext>
            </a:extLst>
          </p:cNvPr>
          <p:cNvSpPr>
            <a:spLocks noGrp="1"/>
          </p:cNvSpPr>
          <p:nvPr>
            <p:ph type="dt" sz="half" idx="10"/>
          </p:nvPr>
        </p:nvSpPr>
        <p:spPr/>
        <p:txBody>
          <a:bodyPr/>
          <a:lstStyle/>
          <a:p>
            <a:r>
              <a:rPr lang="en-US"/>
              <a:t>7/14/20XX</a:t>
            </a:r>
            <a:endParaRPr lang="en-US" dirty="0"/>
          </a:p>
        </p:txBody>
      </p:sp>
      <p:sp>
        <p:nvSpPr>
          <p:cNvPr id="4" name="Footer Placeholder 3">
            <a:extLst>
              <a:ext uri="{FF2B5EF4-FFF2-40B4-BE49-F238E27FC236}">
                <a16:creationId xmlns:a16="http://schemas.microsoft.com/office/drawing/2014/main" id="{CF13FDAA-D4BC-208D-B80B-0750FC6881C1}"/>
              </a:ext>
            </a:extLst>
          </p:cNvPr>
          <p:cNvSpPr>
            <a:spLocks noGrp="1"/>
          </p:cNvSpPr>
          <p:nvPr>
            <p:ph type="ftr" sz="quarter" idx="11"/>
          </p:nvPr>
        </p:nvSpPr>
        <p:spPr/>
        <p:txBody>
          <a:bodyPr/>
          <a:lstStyle/>
          <a:p>
            <a:r>
              <a:rPr lang="en-US"/>
              <a:t>Pitch deck title</a:t>
            </a:r>
            <a:endParaRPr lang="en-US" dirty="0"/>
          </a:p>
        </p:txBody>
      </p:sp>
      <p:sp>
        <p:nvSpPr>
          <p:cNvPr id="5" name="Slide Number Placeholder 4">
            <a:extLst>
              <a:ext uri="{FF2B5EF4-FFF2-40B4-BE49-F238E27FC236}">
                <a16:creationId xmlns:a16="http://schemas.microsoft.com/office/drawing/2014/main" id="{347D6875-F4ED-A0E1-B7A8-FCA5BC1E93DC}"/>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
        <p:nvSpPr>
          <p:cNvPr id="6" name="TextBox 5">
            <a:extLst>
              <a:ext uri="{FF2B5EF4-FFF2-40B4-BE49-F238E27FC236}">
                <a16:creationId xmlns:a16="http://schemas.microsoft.com/office/drawing/2014/main" id="{2F90996B-1943-1821-FB2A-6FF8F69CAEE3}"/>
              </a:ext>
            </a:extLst>
          </p:cNvPr>
          <p:cNvSpPr txBox="1"/>
          <p:nvPr/>
        </p:nvSpPr>
        <p:spPr>
          <a:xfrm>
            <a:off x="1006764" y="1782618"/>
            <a:ext cx="10233891"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A Unified Agentic Advisor:</a:t>
            </a:r>
            <a:r>
              <a:rPr lang="en-US" dirty="0"/>
              <a:t> A system that doesn't just "search" but "reasons" across multiple data types (Numerical, Textual, and Audio).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Triangulation Engine:</a:t>
            </a:r>
            <a:r>
              <a:rPr lang="en-US" dirty="0"/>
              <a:t> The app uses a multi-agent workflow to cross-verify "What management says" (Transcripts) with "What the data shows" (P&amp;L/Price) to give an unbiased recommendation.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91346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8E3-1500-E8D8-A0EB-17E91235A3C3}"/>
              </a:ext>
            </a:extLst>
          </p:cNvPr>
          <p:cNvSpPr>
            <a:spLocks noGrp="1"/>
          </p:cNvSpPr>
          <p:nvPr>
            <p:ph type="title"/>
          </p:nvPr>
        </p:nvSpPr>
        <p:spPr/>
        <p:txBody>
          <a:bodyPr/>
          <a:lstStyle/>
          <a:p>
            <a:r>
              <a:rPr lang="en-IN" b="1" dirty="0"/>
              <a:t>Initial Feature Set</a:t>
            </a:r>
            <a:br>
              <a:rPr lang="en-IN" b="1" dirty="0"/>
            </a:br>
            <a:endParaRPr lang="en-IN" dirty="0"/>
          </a:p>
        </p:txBody>
      </p:sp>
      <p:sp>
        <p:nvSpPr>
          <p:cNvPr id="3" name="Date Placeholder 2">
            <a:extLst>
              <a:ext uri="{FF2B5EF4-FFF2-40B4-BE49-F238E27FC236}">
                <a16:creationId xmlns:a16="http://schemas.microsoft.com/office/drawing/2014/main" id="{436C0274-7FA0-47AE-78C2-8FFE2EAC80DA}"/>
              </a:ext>
            </a:extLst>
          </p:cNvPr>
          <p:cNvSpPr>
            <a:spLocks noGrp="1"/>
          </p:cNvSpPr>
          <p:nvPr>
            <p:ph type="dt" sz="half" idx="10"/>
          </p:nvPr>
        </p:nvSpPr>
        <p:spPr/>
        <p:txBody>
          <a:bodyPr/>
          <a:lstStyle/>
          <a:p>
            <a:r>
              <a:rPr lang="en-US"/>
              <a:t>7/14/20XX</a:t>
            </a:r>
            <a:endParaRPr lang="en-US" dirty="0"/>
          </a:p>
        </p:txBody>
      </p:sp>
      <p:sp>
        <p:nvSpPr>
          <p:cNvPr id="4" name="Footer Placeholder 3">
            <a:extLst>
              <a:ext uri="{FF2B5EF4-FFF2-40B4-BE49-F238E27FC236}">
                <a16:creationId xmlns:a16="http://schemas.microsoft.com/office/drawing/2014/main" id="{A2DE3DCE-BA14-59B3-2DEF-02544656B789}"/>
              </a:ext>
            </a:extLst>
          </p:cNvPr>
          <p:cNvSpPr>
            <a:spLocks noGrp="1"/>
          </p:cNvSpPr>
          <p:nvPr>
            <p:ph type="ftr" sz="quarter" idx="11"/>
          </p:nvPr>
        </p:nvSpPr>
        <p:spPr/>
        <p:txBody>
          <a:bodyPr/>
          <a:lstStyle/>
          <a:p>
            <a:r>
              <a:rPr lang="en-US"/>
              <a:t>Pitch deck title</a:t>
            </a:r>
            <a:endParaRPr lang="en-US" dirty="0"/>
          </a:p>
        </p:txBody>
      </p:sp>
      <p:sp>
        <p:nvSpPr>
          <p:cNvPr id="5" name="Slide Number Placeholder 4">
            <a:extLst>
              <a:ext uri="{FF2B5EF4-FFF2-40B4-BE49-F238E27FC236}">
                <a16:creationId xmlns:a16="http://schemas.microsoft.com/office/drawing/2014/main" id="{B29A494F-7F3A-166F-54C7-ED9A9F4290C2}"/>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
        <p:nvSpPr>
          <p:cNvPr id="6" name="TextBox 5">
            <a:extLst>
              <a:ext uri="{FF2B5EF4-FFF2-40B4-BE49-F238E27FC236}">
                <a16:creationId xmlns:a16="http://schemas.microsoft.com/office/drawing/2014/main" id="{1C0C3001-0D61-B518-0E5B-10A99BE6C850}"/>
              </a:ext>
            </a:extLst>
          </p:cNvPr>
          <p:cNvSpPr txBox="1"/>
          <p:nvPr/>
        </p:nvSpPr>
        <p:spPr>
          <a:xfrm>
            <a:off x="1016000" y="1348509"/>
            <a:ext cx="9873673"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Automated Asset Classification:</a:t>
            </a:r>
            <a:r>
              <a:rPr lang="en-US" dirty="0"/>
              <a:t> Master agent identifies if the user wants to discuss a Stock or a Mutual Fund.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Stock "Deep-Dive":</a:t>
            </a:r>
            <a:r>
              <a:rPr lang="en-US" dirty="0"/>
              <a:t> Automated retrieval of CMP, Volume, PE Ratio, and Balance Sheet health.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MF "Lumpsum vs. SIP" Advisor:</a:t>
            </a:r>
            <a:r>
              <a:rPr lang="en-US" dirty="0"/>
              <a:t> Historical NAV analysis to determine if the fund is currently at a "Value Zone.“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Management Sentiment Audit:</a:t>
            </a:r>
            <a:r>
              <a:rPr lang="en-US" dirty="0"/>
              <a:t> Automatic transcription of the latest earnings call and comparison against the last 3 months' stock returns.</a:t>
            </a:r>
          </a:p>
          <a:p>
            <a:endParaRPr lang="en-IN" dirty="0"/>
          </a:p>
        </p:txBody>
      </p:sp>
    </p:spTree>
    <p:extLst>
      <p:ext uri="{BB962C8B-B14F-4D97-AF65-F5344CB8AC3E}">
        <p14:creationId xmlns:p14="http://schemas.microsoft.com/office/powerpoint/2010/main" val="3887978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20A7-F501-94E2-2759-9AA1158A6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B361C-27BE-4E4E-C350-A3B2CEFBBF26}"/>
              </a:ext>
            </a:extLst>
          </p:cNvPr>
          <p:cNvSpPr>
            <a:spLocks noGrp="1"/>
          </p:cNvSpPr>
          <p:nvPr>
            <p:ph type="title"/>
          </p:nvPr>
        </p:nvSpPr>
        <p:spPr>
          <a:xfrm>
            <a:off x="1016000" y="406400"/>
            <a:ext cx="9772072" cy="942109"/>
          </a:xfrm>
        </p:spPr>
        <p:txBody>
          <a:bodyPr>
            <a:normAutofit/>
          </a:bodyPr>
          <a:lstStyle/>
          <a:p>
            <a:r>
              <a:rPr lang="en-US" b="1" dirty="0"/>
              <a:t>Data Sources &amp; Input/Output Model</a:t>
            </a:r>
            <a:endParaRPr lang="en-IN" dirty="0"/>
          </a:p>
        </p:txBody>
      </p:sp>
      <p:sp>
        <p:nvSpPr>
          <p:cNvPr id="3" name="Date Placeholder 2">
            <a:extLst>
              <a:ext uri="{FF2B5EF4-FFF2-40B4-BE49-F238E27FC236}">
                <a16:creationId xmlns:a16="http://schemas.microsoft.com/office/drawing/2014/main" id="{472EE5C1-94BF-D030-3A60-31F616715B1A}"/>
              </a:ext>
            </a:extLst>
          </p:cNvPr>
          <p:cNvSpPr>
            <a:spLocks noGrp="1"/>
          </p:cNvSpPr>
          <p:nvPr>
            <p:ph type="dt" sz="half" idx="10"/>
          </p:nvPr>
        </p:nvSpPr>
        <p:spPr/>
        <p:txBody>
          <a:bodyPr/>
          <a:lstStyle/>
          <a:p>
            <a:r>
              <a:rPr lang="en-US"/>
              <a:t>7/14/20XX</a:t>
            </a:r>
            <a:endParaRPr lang="en-US" dirty="0"/>
          </a:p>
        </p:txBody>
      </p:sp>
      <p:sp>
        <p:nvSpPr>
          <p:cNvPr id="4" name="Footer Placeholder 3">
            <a:extLst>
              <a:ext uri="{FF2B5EF4-FFF2-40B4-BE49-F238E27FC236}">
                <a16:creationId xmlns:a16="http://schemas.microsoft.com/office/drawing/2014/main" id="{EC0A1B55-CB76-23B6-D727-AB876D450059}"/>
              </a:ext>
            </a:extLst>
          </p:cNvPr>
          <p:cNvSpPr>
            <a:spLocks noGrp="1"/>
          </p:cNvSpPr>
          <p:nvPr>
            <p:ph type="ftr" sz="quarter" idx="11"/>
          </p:nvPr>
        </p:nvSpPr>
        <p:spPr/>
        <p:txBody>
          <a:bodyPr/>
          <a:lstStyle/>
          <a:p>
            <a:r>
              <a:rPr lang="en-US"/>
              <a:t>Pitch deck title</a:t>
            </a:r>
            <a:endParaRPr lang="en-US" dirty="0"/>
          </a:p>
        </p:txBody>
      </p:sp>
      <p:sp>
        <p:nvSpPr>
          <p:cNvPr id="5" name="Slide Number Placeholder 4">
            <a:extLst>
              <a:ext uri="{FF2B5EF4-FFF2-40B4-BE49-F238E27FC236}">
                <a16:creationId xmlns:a16="http://schemas.microsoft.com/office/drawing/2014/main" id="{8272995F-4709-D389-2569-4FD7C81038DD}"/>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
        <p:nvSpPr>
          <p:cNvPr id="6" name="TextBox 5">
            <a:extLst>
              <a:ext uri="{FF2B5EF4-FFF2-40B4-BE49-F238E27FC236}">
                <a16:creationId xmlns:a16="http://schemas.microsoft.com/office/drawing/2014/main" id="{F0774098-555B-E279-A0E2-C03231B3BBF7}"/>
              </a:ext>
            </a:extLst>
          </p:cNvPr>
          <p:cNvSpPr txBox="1"/>
          <p:nvPr/>
        </p:nvSpPr>
        <p:spPr>
          <a:xfrm>
            <a:off x="1016000" y="1348509"/>
            <a:ext cx="9873673" cy="3693319"/>
          </a:xfrm>
          <a:prstGeom prst="rect">
            <a:avLst/>
          </a:prstGeom>
          <a:noFill/>
        </p:spPr>
        <p:txBody>
          <a:bodyPr wrap="square" rtlCol="0">
            <a:spAutoFit/>
          </a:bodyPr>
          <a:lstStyle/>
          <a:p>
            <a:pPr marL="285750" indent="-285750">
              <a:buFont typeface="Arial" panose="020B0604020202020204" pitchFamily="34" charset="0"/>
              <a:buChar char="•"/>
            </a:pPr>
            <a:r>
              <a:rPr lang="en-IN" b="1" dirty="0"/>
              <a:t>User Inputs:</a:t>
            </a:r>
            <a:r>
              <a:rPr lang="en-IN" dirty="0"/>
              <a:t> Simple text input (e.g., "Reliance Industries" or "HDFC Mid-Cap Opportunities Fund").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Data Sources:</a:t>
            </a:r>
            <a:endParaRPr lang="en-IN" dirty="0"/>
          </a:p>
          <a:p>
            <a:pPr marL="742950" lvl="1" indent="-285750">
              <a:buFont typeface="Arial" panose="020B0604020202020204" pitchFamily="34" charset="0"/>
              <a:buChar char="•"/>
            </a:pPr>
            <a:r>
              <a:rPr lang="en-IN" b="1" dirty="0"/>
              <a:t>Equity:</a:t>
            </a:r>
            <a:r>
              <a:rPr lang="en-IN" dirty="0"/>
              <a:t> Yahoo Finance API &amp; </a:t>
            </a:r>
            <a:r>
              <a:rPr lang="en-IN" dirty="0" err="1"/>
              <a:t>nsepython</a:t>
            </a:r>
            <a:r>
              <a:rPr lang="en-IN" dirty="0"/>
              <a:t> (Real-time &amp; Historical).</a:t>
            </a:r>
          </a:p>
          <a:p>
            <a:pPr marL="742950" lvl="1" indent="-285750">
              <a:buFont typeface="Arial" panose="020B0604020202020204" pitchFamily="34" charset="0"/>
              <a:buChar char="•"/>
            </a:pPr>
            <a:r>
              <a:rPr lang="en-IN" b="1" dirty="0"/>
              <a:t>Mutual Funds:</a:t>
            </a:r>
            <a:r>
              <a:rPr lang="en-IN" dirty="0"/>
              <a:t> AMFI (Association of Mutual Funds in India) Open Data and MFAPI</a:t>
            </a:r>
          </a:p>
          <a:p>
            <a:pPr marL="742950" lvl="1" indent="-285750">
              <a:buFont typeface="Arial" panose="020B0604020202020204" pitchFamily="34" charset="0"/>
              <a:buChar char="•"/>
            </a:pPr>
            <a:r>
              <a:rPr lang="en-IN" b="1" dirty="0"/>
              <a:t>Qualitative:</a:t>
            </a:r>
            <a:r>
              <a:rPr lang="en-IN" dirty="0"/>
              <a:t>  Company portal (PDF Transcripts) and On Demand YouTube (Investor Relations channels) </a:t>
            </a:r>
          </a:p>
          <a:p>
            <a:pPr marL="742950" lvl="1"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Expected Output:</a:t>
            </a:r>
            <a:endParaRPr lang="en-IN" dirty="0"/>
          </a:p>
          <a:p>
            <a:pPr marL="742950" lvl="1" indent="-285750">
              <a:buFont typeface="Arial" panose="020B0604020202020204" pitchFamily="34" charset="0"/>
              <a:buChar char="•"/>
            </a:pPr>
            <a:r>
              <a:rPr lang="en-IN" b="1" dirty="0"/>
              <a:t>Investment Verdict:</a:t>
            </a:r>
            <a:r>
              <a:rPr lang="en-IN" dirty="0"/>
              <a:t> (Invest / Wait / Avoid).</a:t>
            </a:r>
          </a:p>
          <a:p>
            <a:pPr marL="742950" lvl="1" indent="-285750">
              <a:buFont typeface="Arial" panose="020B0604020202020204" pitchFamily="34" charset="0"/>
              <a:buChar char="•"/>
            </a:pPr>
            <a:r>
              <a:rPr lang="en-IN" b="1" dirty="0"/>
              <a:t>Analysis Proof:</a:t>
            </a:r>
            <a:r>
              <a:rPr lang="en-IN" dirty="0"/>
              <a:t> A table of core financials + A summary of management sentiment.</a:t>
            </a:r>
          </a:p>
          <a:p>
            <a:pPr marL="742950" lvl="1" indent="-285750">
              <a:buFont typeface="Arial" panose="020B0604020202020204" pitchFamily="34" charset="0"/>
              <a:buChar char="•"/>
            </a:pPr>
            <a:r>
              <a:rPr lang="en-IN" b="1" dirty="0"/>
              <a:t>Mismatch Alert:</a:t>
            </a:r>
            <a:r>
              <a:rPr lang="en-IN" dirty="0"/>
              <a:t> A warning if management sentiment is high but financials are declining.</a:t>
            </a:r>
          </a:p>
          <a:p>
            <a:endParaRPr lang="en-IN" dirty="0"/>
          </a:p>
        </p:txBody>
      </p:sp>
    </p:spTree>
    <p:extLst>
      <p:ext uri="{BB962C8B-B14F-4D97-AF65-F5344CB8AC3E}">
        <p14:creationId xmlns:p14="http://schemas.microsoft.com/office/powerpoint/2010/main" val="2547697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363F7-63FB-251F-A9E5-F53ED3B07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D4F4F-D3F6-EA82-4752-48290273BF8E}"/>
              </a:ext>
            </a:extLst>
          </p:cNvPr>
          <p:cNvSpPr>
            <a:spLocks noGrp="1"/>
          </p:cNvSpPr>
          <p:nvPr>
            <p:ph type="title"/>
          </p:nvPr>
        </p:nvSpPr>
        <p:spPr>
          <a:xfrm>
            <a:off x="1016000" y="406400"/>
            <a:ext cx="9772072" cy="942109"/>
          </a:xfrm>
        </p:spPr>
        <p:txBody>
          <a:bodyPr>
            <a:normAutofit/>
          </a:bodyPr>
          <a:lstStyle/>
          <a:p>
            <a:r>
              <a:rPr lang="en-IN" b="1" dirty="0"/>
              <a:t>Roadmap &amp; Expected Milestones</a:t>
            </a:r>
            <a:endParaRPr lang="en-IN" dirty="0"/>
          </a:p>
        </p:txBody>
      </p:sp>
      <p:sp>
        <p:nvSpPr>
          <p:cNvPr id="3" name="Date Placeholder 2">
            <a:extLst>
              <a:ext uri="{FF2B5EF4-FFF2-40B4-BE49-F238E27FC236}">
                <a16:creationId xmlns:a16="http://schemas.microsoft.com/office/drawing/2014/main" id="{2C1B1AD4-1C74-77CA-7749-A30CBC701FFA}"/>
              </a:ext>
            </a:extLst>
          </p:cNvPr>
          <p:cNvSpPr>
            <a:spLocks noGrp="1"/>
          </p:cNvSpPr>
          <p:nvPr>
            <p:ph type="dt" sz="half" idx="10"/>
          </p:nvPr>
        </p:nvSpPr>
        <p:spPr/>
        <p:txBody>
          <a:bodyPr/>
          <a:lstStyle/>
          <a:p>
            <a:r>
              <a:rPr lang="en-US"/>
              <a:t>7/14/20XX</a:t>
            </a:r>
            <a:endParaRPr lang="en-US" dirty="0"/>
          </a:p>
        </p:txBody>
      </p:sp>
      <p:sp>
        <p:nvSpPr>
          <p:cNvPr id="4" name="Footer Placeholder 3">
            <a:extLst>
              <a:ext uri="{FF2B5EF4-FFF2-40B4-BE49-F238E27FC236}">
                <a16:creationId xmlns:a16="http://schemas.microsoft.com/office/drawing/2014/main" id="{0DAE6088-EE5C-BDEC-D9CD-52949118404A}"/>
              </a:ext>
            </a:extLst>
          </p:cNvPr>
          <p:cNvSpPr>
            <a:spLocks noGrp="1"/>
          </p:cNvSpPr>
          <p:nvPr>
            <p:ph type="ftr" sz="quarter" idx="11"/>
          </p:nvPr>
        </p:nvSpPr>
        <p:spPr/>
        <p:txBody>
          <a:bodyPr/>
          <a:lstStyle/>
          <a:p>
            <a:r>
              <a:rPr lang="en-US"/>
              <a:t>Pitch deck title</a:t>
            </a:r>
            <a:endParaRPr lang="en-US" dirty="0"/>
          </a:p>
        </p:txBody>
      </p:sp>
      <p:sp>
        <p:nvSpPr>
          <p:cNvPr id="5" name="Slide Number Placeholder 4">
            <a:extLst>
              <a:ext uri="{FF2B5EF4-FFF2-40B4-BE49-F238E27FC236}">
                <a16:creationId xmlns:a16="http://schemas.microsoft.com/office/drawing/2014/main" id="{9FA86A5B-9CAF-8A8A-7D2B-7D6BADB8A2A2}"/>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
        <p:nvSpPr>
          <p:cNvPr id="6" name="TextBox 5">
            <a:extLst>
              <a:ext uri="{FF2B5EF4-FFF2-40B4-BE49-F238E27FC236}">
                <a16:creationId xmlns:a16="http://schemas.microsoft.com/office/drawing/2014/main" id="{CC918719-8F01-92B9-B5D7-3C480970F248}"/>
              </a:ext>
            </a:extLst>
          </p:cNvPr>
          <p:cNvSpPr txBox="1"/>
          <p:nvPr/>
        </p:nvSpPr>
        <p:spPr>
          <a:xfrm>
            <a:off x="1016000" y="1348509"/>
            <a:ext cx="9873673" cy="2031325"/>
          </a:xfrm>
          <a:prstGeom prst="rect">
            <a:avLst/>
          </a:prstGeom>
          <a:noFill/>
        </p:spPr>
        <p:txBody>
          <a:bodyPr wrap="square" rtlCol="0">
            <a:spAutoFit/>
          </a:bodyPr>
          <a:lstStyle/>
          <a:p>
            <a:r>
              <a:rPr lang="en-IN" b="1" dirty="0"/>
              <a:t>Phase 1:</a:t>
            </a:r>
            <a:r>
              <a:rPr lang="en-IN" dirty="0"/>
              <a:t> Core Agent development (Routing and Stock data retrieval).</a:t>
            </a:r>
          </a:p>
          <a:p>
            <a:endParaRPr lang="en-IN" dirty="0"/>
          </a:p>
          <a:p>
            <a:r>
              <a:rPr lang="en-IN" b="1" dirty="0"/>
              <a:t>Phase 2:</a:t>
            </a:r>
            <a:r>
              <a:rPr lang="en-IN" dirty="0"/>
              <a:t> Multi-modal integration (PDF and Video transcription).</a:t>
            </a:r>
          </a:p>
          <a:p>
            <a:endParaRPr lang="en-IN" dirty="0"/>
          </a:p>
          <a:p>
            <a:r>
              <a:rPr lang="en-IN" b="1" dirty="0"/>
              <a:t>Phase 3:</a:t>
            </a:r>
            <a:r>
              <a:rPr lang="en-IN" dirty="0"/>
              <a:t> Decision Logic refinement (The "Investment Verdict" algorithm).</a:t>
            </a:r>
          </a:p>
          <a:p>
            <a:endParaRPr lang="en-IN" dirty="0"/>
          </a:p>
          <a:p>
            <a:r>
              <a:rPr lang="en-IN" b="1" dirty="0"/>
              <a:t>Phase 4:</a:t>
            </a:r>
            <a:r>
              <a:rPr lang="en-IN" dirty="0"/>
              <a:t> Beta release to a closed group for feedback.</a:t>
            </a:r>
          </a:p>
        </p:txBody>
      </p:sp>
    </p:spTree>
    <p:extLst>
      <p:ext uri="{BB962C8B-B14F-4D97-AF65-F5344CB8AC3E}">
        <p14:creationId xmlns:p14="http://schemas.microsoft.com/office/powerpoint/2010/main" val="1964799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D74C6-268D-E0C6-A836-2E162DD9A388}"/>
              </a:ext>
            </a:extLst>
          </p:cNvPr>
          <p:cNvSpPr>
            <a:spLocks noGrp="1"/>
          </p:cNvSpPr>
          <p:nvPr>
            <p:ph type="title"/>
          </p:nvPr>
        </p:nvSpPr>
        <p:spPr>
          <a:xfrm>
            <a:off x="838200" y="294591"/>
            <a:ext cx="10515600" cy="1325563"/>
          </a:xfrm>
        </p:spPr>
        <p:txBody>
          <a:bodyPr/>
          <a:lstStyle/>
          <a:p>
            <a:r>
              <a:rPr lang="en-IN" dirty="0"/>
              <a:t>High Level Design Architecture</a:t>
            </a:r>
          </a:p>
        </p:txBody>
      </p:sp>
      <p:sp>
        <p:nvSpPr>
          <p:cNvPr id="3" name="Date Placeholder 2">
            <a:extLst>
              <a:ext uri="{FF2B5EF4-FFF2-40B4-BE49-F238E27FC236}">
                <a16:creationId xmlns:a16="http://schemas.microsoft.com/office/drawing/2014/main" id="{8024BE93-3067-B899-3129-B8B414442291}"/>
              </a:ext>
            </a:extLst>
          </p:cNvPr>
          <p:cNvSpPr>
            <a:spLocks noGrp="1"/>
          </p:cNvSpPr>
          <p:nvPr>
            <p:ph type="dt" sz="half" idx="10"/>
          </p:nvPr>
        </p:nvSpPr>
        <p:spPr/>
        <p:txBody>
          <a:bodyPr/>
          <a:lstStyle/>
          <a:p>
            <a:r>
              <a:rPr lang="en-US"/>
              <a:t>7/14/20XX</a:t>
            </a:r>
            <a:endParaRPr lang="en-US" dirty="0"/>
          </a:p>
        </p:txBody>
      </p:sp>
      <p:sp>
        <p:nvSpPr>
          <p:cNvPr id="4" name="Footer Placeholder 3">
            <a:extLst>
              <a:ext uri="{FF2B5EF4-FFF2-40B4-BE49-F238E27FC236}">
                <a16:creationId xmlns:a16="http://schemas.microsoft.com/office/drawing/2014/main" id="{17649831-5EF6-2365-4A56-E7661B42D7FF}"/>
              </a:ext>
            </a:extLst>
          </p:cNvPr>
          <p:cNvSpPr>
            <a:spLocks noGrp="1"/>
          </p:cNvSpPr>
          <p:nvPr>
            <p:ph type="ftr" sz="quarter" idx="11"/>
          </p:nvPr>
        </p:nvSpPr>
        <p:spPr/>
        <p:txBody>
          <a:bodyPr/>
          <a:lstStyle/>
          <a:p>
            <a:r>
              <a:rPr lang="en-US"/>
              <a:t>Pitch deck title</a:t>
            </a:r>
            <a:endParaRPr lang="en-US" dirty="0"/>
          </a:p>
        </p:txBody>
      </p:sp>
      <p:sp>
        <p:nvSpPr>
          <p:cNvPr id="5" name="Slide Number Placeholder 4">
            <a:extLst>
              <a:ext uri="{FF2B5EF4-FFF2-40B4-BE49-F238E27FC236}">
                <a16:creationId xmlns:a16="http://schemas.microsoft.com/office/drawing/2014/main" id="{447B232D-1AC4-A399-F00F-29AE77D7730D}"/>
              </a:ext>
            </a:extLst>
          </p:cNvPr>
          <p:cNvSpPr>
            <a:spLocks noGrp="1"/>
          </p:cNvSpPr>
          <p:nvPr>
            <p:ph type="sldNum" sz="quarter" idx="12"/>
          </p:nvPr>
        </p:nvSpPr>
        <p:spPr/>
        <p:txBody>
          <a:bodyPr/>
          <a:lstStyle/>
          <a:p>
            <a:fld id="{B5CEABB6-07DC-46E8-9B57-56EC44A396E5}" type="slidenum">
              <a:rPr lang="en-US" smtClean="0"/>
              <a:pPr/>
              <a:t>10</a:t>
            </a:fld>
            <a:endParaRPr lang="en-US" dirty="0"/>
          </a:p>
        </p:txBody>
      </p:sp>
      <p:sp>
        <p:nvSpPr>
          <p:cNvPr id="6" name="Rectangle: Rounded Corners 5">
            <a:extLst>
              <a:ext uri="{FF2B5EF4-FFF2-40B4-BE49-F238E27FC236}">
                <a16:creationId xmlns:a16="http://schemas.microsoft.com/office/drawing/2014/main" id="{F012F5F4-CA94-6B6C-130B-B381B63A64C7}"/>
              </a:ext>
            </a:extLst>
          </p:cNvPr>
          <p:cNvSpPr/>
          <p:nvPr/>
        </p:nvSpPr>
        <p:spPr>
          <a:xfrm>
            <a:off x="1697182" y="2224895"/>
            <a:ext cx="1884218" cy="23460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7F344BBA-FC05-014C-5B99-27E6F320923B}"/>
              </a:ext>
            </a:extLst>
          </p:cNvPr>
          <p:cNvSpPr/>
          <p:nvPr/>
        </p:nvSpPr>
        <p:spPr>
          <a:xfrm>
            <a:off x="4089862" y="1691323"/>
            <a:ext cx="4520738" cy="32411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7B6FB923-890B-3A22-1771-456D843CD4D5}"/>
              </a:ext>
            </a:extLst>
          </p:cNvPr>
          <p:cNvSpPr/>
          <p:nvPr/>
        </p:nvSpPr>
        <p:spPr>
          <a:xfrm>
            <a:off x="9119062" y="2138897"/>
            <a:ext cx="1884218" cy="23460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Top Corners Rounded 8">
            <a:extLst>
              <a:ext uri="{FF2B5EF4-FFF2-40B4-BE49-F238E27FC236}">
                <a16:creationId xmlns:a16="http://schemas.microsoft.com/office/drawing/2014/main" id="{653743F7-0325-3B7B-7CE3-91F5B97F25FF}"/>
              </a:ext>
            </a:extLst>
          </p:cNvPr>
          <p:cNvSpPr/>
          <p:nvPr/>
        </p:nvSpPr>
        <p:spPr>
          <a:xfrm>
            <a:off x="1905923" y="2850250"/>
            <a:ext cx="1466735" cy="997749"/>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2986EACB-2477-1ABB-692B-CEFAFA05B8F1}"/>
              </a:ext>
            </a:extLst>
          </p:cNvPr>
          <p:cNvSpPr/>
          <p:nvPr/>
        </p:nvSpPr>
        <p:spPr>
          <a:xfrm>
            <a:off x="1821411" y="1971878"/>
            <a:ext cx="1635760" cy="2550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UI</a:t>
            </a:r>
          </a:p>
        </p:txBody>
      </p:sp>
      <p:sp>
        <p:nvSpPr>
          <p:cNvPr id="12" name="Rectangle 11">
            <a:extLst>
              <a:ext uri="{FF2B5EF4-FFF2-40B4-BE49-F238E27FC236}">
                <a16:creationId xmlns:a16="http://schemas.microsoft.com/office/drawing/2014/main" id="{99112BBC-E624-708F-83CE-EF920A452285}"/>
              </a:ext>
            </a:extLst>
          </p:cNvPr>
          <p:cNvSpPr/>
          <p:nvPr/>
        </p:nvSpPr>
        <p:spPr>
          <a:xfrm>
            <a:off x="5458691" y="1436254"/>
            <a:ext cx="1635760" cy="2550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Backend</a:t>
            </a:r>
          </a:p>
        </p:txBody>
      </p:sp>
      <p:sp>
        <p:nvSpPr>
          <p:cNvPr id="13" name="Rectangle: Top Corners Rounded 12">
            <a:extLst>
              <a:ext uri="{FF2B5EF4-FFF2-40B4-BE49-F238E27FC236}">
                <a16:creationId xmlns:a16="http://schemas.microsoft.com/office/drawing/2014/main" id="{F54615A8-E528-C448-4ADB-9E22FD84FB1E}"/>
              </a:ext>
            </a:extLst>
          </p:cNvPr>
          <p:cNvSpPr/>
          <p:nvPr/>
        </p:nvSpPr>
        <p:spPr>
          <a:xfrm>
            <a:off x="4207852" y="1971878"/>
            <a:ext cx="1184797" cy="762923"/>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Magnetic Disk 14">
            <a:extLst>
              <a:ext uri="{FF2B5EF4-FFF2-40B4-BE49-F238E27FC236}">
                <a16:creationId xmlns:a16="http://schemas.microsoft.com/office/drawing/2014/main" id="{ED5BE1A6-D46E-20CD-6386-EF8ADE9AC0C8}"/>
              </a:ext>
            </a:extLst>
          </p:cNvPr>
          <p:cNvSpPr/>
          <p:nvPr/>
        </p:nvSpPr>
        <p:spPr>
          <a:xfrm>
            <a:off x="7245470" y="2004616"/>
            <a:ext cx="1077606" cy="694739"/>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DB</a:t>
            </a:r>
          </a:p>
        </p:txBody>
      </p:sp>
      <p:sp>
        <p:nvSpPr>
          <p:cNvPr id="16" name="Rectangle: Top Corners Rounded 15">
            <a:extLst>
              <a:ext uri="{FF2B5EF4-FFF2-40B4-BE49-F238E27FC236}">
                <a16:creationId xmlns:a16="http://schemas.microsoft.com/office/drawing/2014/main" id="{6E2282D0-6750-7D07-6A7E-BF15AB548DD3}"/>
              </a:ext>
            </a:extLst>
          </p:cNvPr>
          <p:cNvSpPr/>
          <p:nvPr/>
        </p:nvSpPr>
        <p:spPr>
          <a:xfrm rot="10800000">
            <a:off x="4261321" y="3897849"/>
            <a:ext cx="1184796" cy="828097"/>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Top Corners Rounded 16">
            <a:extLst>
              <a:ext uri="{FF2B5EF4-FFF2-40B4-BE49-F238E27FC236}">
                <a16:creationId xmlns:a16="http://schemas.microsoft.com/office/drawing/2014/main" id="{460A4A82-F404-80B6-1B79-8BF729ED2D8C}"/>
              </a:ext>
            </a:extLst>
          </p:cNvPr>
          <p:cNvSpPr/>
          <p:nvPr/>
        </p:nvSpPr>
        <p:spPr>
          <a:xfrm>
            <a:off x="5677121" y="2822865"/>
            <a:ext cx="1477357" cy="978099"/>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ectangle: Top Corners Rounded 17">
            <a:extLst>
              <a:ext uri="{FF2B5EF4-FFF2-40B4-BE49-F238E27FC236}">
                <a16:creationId xmlns:a16="http://schemas.microsoft.com/office/drawing/2014/main" id="{44E4C070-45B1-AF86-E115-AB5249BE743B}"/>
              </a:ext>
            </a:extLst>
          </p:cNvPr>
          <p:cNvSpPr/>
          <p:nvPr/>
        </p:nvSpPr>
        <p:spPr>
          <a:xfrm rot="10800000">
            <a:off x="7380302" y="3897849"/>
            <a:ext cx="1077608" cy="82809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Top Corners Rounded 18">
            <a:extLst>
              <a:ext uri="{FF2B5EF4-FFF2-40B4-BE49-F238E27FC236}">
                <a16:creationId xmlns:a16="http://schemas.microsoft.com/office/drawing/2014/main" id="{9C0CA0E0-0BFB-C695-FF65-61C0737392FF}"/>
              </a:ext>
            </a:extLst>
          </p:cNvPr>
          <p:cNvSpPr/>
          <p:nvPr/>
        </p:nvSpPr>
        <p:spPr>
          <a:xfrm>
            <a:off x="9322492" y="2822865"/>
            <a:ext cx="1477357" cy="1025132"/>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8CE195ED-AF4D-D02B-4DF6-010561D03397}"/>
              </a:ext>
            </a:extLst>
          </p:cNvPr>
          <p:cNvSpPr/>
          <p:nvPr/>
        </p:nvSpPr>
        <p:spPr>
          <a:xfrm>
            <a:off x="9243290" y="1615441"/>
            <a:ext cx="1611001" cy="5234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Foundational Models</a:t>
            </a:r>
          </a:p>
        </p:txBody>
      </p:sp>
      <p:sp>
        <p:nvSpPr>
          <p:cNvPr id="21" name="TextBox 20">
            <a:extLst>
              <a:ext uri="{FF2B5EF4-FFF2-40B4-BE49-F238E27FC236}">
                <a16:creationId xmlns:a16="http://schemas.microsoft.com/office/drawing/2014/main" id="{A767E824-0B11-A9A7-5F24-12AA4784ADC9}"/>
              </a:ext>
            </a:extLst>
          </p:cNvPr>
          <p:cNvSpPr txBox="1"/>
          <p:nvPr/>
        </p:nvSpPr>
        <p:spPr>
          <a:xfrm>
            <a:off x="4488265" y="2053025"/>
            <a:ext cx="894226" cy="646331"/>
          </a:xfrm>
          <a:prstGeom prst="rect">
            <a:avLst/>
          </a:prstGeom>
          <a:noFill/>
        </p:spPr>
        <p:txBody>
          <a:bodyPr wrap="square" rtlCol="0">
            <a:spAutoFit/>
          </a:bodyPr>
          <a:lstStyle/>
          <a:p>
            <a:r>
              <a:rPr lang="en-IN" dirty="0">
                <a:solidFill>
                  <a:schemeClr val="bg1"/>
                </a:solidFill>
              </a:rPr>
              <a:t>Rest API</a:t>
            </a:r>
          </a:p>
        </p:txBody>
      </p:sp>
      <p:sp>
        <p:nvSpPr>
          <p:cNvPr id="22" name="TextBox 21">
            <a:extLst>
              <a:ext uri="{FF2B5EF4-FFF2-40B4-BE49-F238E27FC236}">
                <a16:creationId xmlns:a16="http://schemas.microsoft.com/office/drawing/2014/main" id="{2D6279BB-3E70-0BDC-2397-32B7A05D3D6C}"/>
              </a:ext>
            </a:extLst>
          </p:cNvPr>
          <p:cNvSpPr txBox="1"/>
          <p:nvPr/>
        </p:nvSpPr>
        <p:spPr>
          <a:xfrm>
            <a:off x="4409795" y="4005412"/>
            <a:ext cx="1016050" cy="646331"/>
          </a:xfrm>
          <a:prstGeom prst="rect">
            <a:avLst/>
          </a:prstGeom>
          <a:noFill/>
        </p:spPr>
        <p:txBody>
          <a:bodyPr wrap="square" rtlCol="0">
            <a:spAutoFit/>
          </a:bodyPr>
          <a:lstStyle/>
          <a:p>
            <a:r>
              <a:rPr lang="en-IN" dirty="0">
                <a:solidFill>
                  <a:schemeClr val="bg1"/>
                </a:solidFill>
              </a:rPr>
              <a:t>Email Alerts</a:t>
            </a:r>
          </a:p>
        </p:txBody>
      </p:sp>
      <p:sp>
        <p:nvSpPr>
          <p:cNvPr id="23" name="TextBox 22">
            <a:extLst>
              <a:ext uri="{FF2B5EF4-FFF2-40B4-BE49-F238E27FC236}">
                <a16:creationId xmlns:a16="http://schemas.microsoft.com/office/drawing/2014/main" id="{E73D6E15-8AD3-0550-497E-3FE2DBBF5C31}"/>
              </a:ext>
            </a:extLst>
          </p:cNvPr>
          <p:cNvSpPr txBox="1"/>
          <p:nvPr/>
        </p:nvSpPr>
        <p:spPr>
          <a:xfrm>
            <a:off x="5974071" y="3131835"/>
            <a:ext cx="1180407" cy="369332"/>
          </a:xfrm>
          <a:prstGeom prst="rect">
            <a:avLst/>
          </a:prstGeom>
          <a:noFill/>
        </p:spPr>
        <p:txBody>
          <a:bodyPr wrap="square" rtlCol="0">
            <a:spAutoFit/>
          </a:bodyPr>
          <a:lstStyle/>
          <a:p>
            <a:r>
              <a:rPr lang="en-IN" dirty="0">
                <a:solidFill>
                  <a:schemeClr val="bg1"/>
                </a:solidFill>
              </a:rPr>
              <a:t>Agents</a:t>
            </a:r>
          </a:p>
        </p:txBody>
      </p:sp>
      <p:sp>
        <p:nvSpPr>
          <p:cNvPr id="24" name="TextBox 23">
            <a:extLst>
              <a:ext uri="{FF2B5EF4-FFF2-40B4-BE49-F238E27FC236}">
                <a16:creationId xmlns:a16="http://schemas.microsoft.com/office/drawing/2014/main" id="{6D57A10D-DB97-4FA6-0F1C-AAFD78976F9C}"/>
              </a:ext>
            </a:extLst>
          </p:cNvPr>
          <p:cNvSpPr txBox="1"/>
          <p:nvPr/>
        </p:nvSpPr>
        <p:spPr>
          <a:xfrm>
            <a:off x="7563196" y="4041686"/>
            <a:ext cx="1180407" cy="369332"/>
          </a:xfrm>
          <a:prstGeom prst="rect">
            <a:avLst/>
          </a:prstGeom>
          <a:noFill/>
        </p:spPr>
        <p:txBody>
          <a:bodyPr wrap="square" rtlCol="0">
            <a:spAutoFit/>
          </a:bodyPr>
          <a:lstStyle/>
          <a:p>
            <a:r>
              <a:rPr lang="en-IN" dirty="0">
                <a:solidFill>
                  <a:schemeClr val="bg1"/>
                </a:solidFill>
              </a:rPr>
              <a:t>Tools</a:t>
            </a:r>
          </a:p>
        </p:txBody>
      </p:sp>
      <p:sp>
        <p:nvSpPr>
          <p:cNvPr id="25" name="TextBox 24">
            <a:extLst>
              <a:ext uri="{FF2B5EF4-FFF2-40B4-BE49-F238E27FC236}">
                <a16:creationId xmlns:a16="http://schemas.microsoft.com/office/drawing/2014/main" id="{C4226C94-BF68-A50E-1CC1-764D6EA48A82}"/>
              </a:ext>
            </a:extLst>
          </p:cNvPr>
          <p:cNvSpPr txBox="1"/>
          <p:nvPr/>
        </p:nvSpPr>
        <p:spPr>
          <a:xfrm>
            <a:off x="9536775" y="3139228"/>
            <a:ext cx="1180407" cy="369332"/>
          </a:xfrm>
          <a:prstGeom prst="rect">
            <a:avLst/>
          </a:prstGeom>
          <a:noFill/>
        </p:spPr>
        <p:txBody>
          <a:bodyPr wrap="square" rtlCol="0">
            <a:spAutoFit/>
          </a:bodyPr>
          <a:lstStyle/>
          <a:p>
            <a:r>
              <a:rPr lang="en-IN" dirty="0">
                <a:solidFill>
                  <a:schemeClr val="bg1"/>
                </a:solidFill>
              </a:rPr>
              <a:t>LLM / SLM</a:t>
            </a:r>
          </a:p>
        </p:txBody>
      </p:sp>
      <p:sp>
        <p:nvSpPr>
          <p:cNvPr id="26" name="TextBox 25">
            <a:extLst>
              <a:ext uri="{FF2B5EF4-FFF2-40B4-BE49-F238E27FC236}">
                <a16:creationId xmlns:a16="http://schemas.microsoft.com/office/drawing/2014/main" id="{5FC6CB55-B633-AD51-B32C-989B0C4566C3}"/>
              </a:ext>
            </a:extLst>
          </p:cNvPr>
          <p:cNvSpPr txBox="1"/>
          <p:nvPr/>
        </p:nvSpPr>
        <p:spPr>
          <a:xfrm>
            <a:off x="2065021" y="2850250"/>
            <a:ext cx="1180407" cy="923330"/>
          </a:xfrm>
          <a:prstGeom prst="rect">
            <a:avLst/>
          </a:prstGeom>
          <a:noFill/>
        </p:spPr>
        <p:txBody>
          <a:bodyPr wrap="square" rtlCol="0">
            <a:spAutoFit/>
          </a:bodyPr>
          <a:lstStyle/>
          <a:p>
            <a:pPr algn="ctr"/>
            <a:r>
              <a:rPr lang="en-IN" dirty="0" err="1">
                <a:solidFill>
                  <a:schemeClr val="bg1"/>
                </a:solidFill>
              </a:rPr>
              <a:t>Webbasedor</a:t>
            </a:r>
            <a:endParaRPr lang="en-IN" dirty="0">
              <a:solidFill>
                <a:schemeClr val="bg1"/>
              </a:solidFill>
            </a:endParaRPr>
          </a:p>
          <a:p>
            <a:pPr algn="ctr"/>
            <a:r>
              <a:rPr lang="en-IN" dirty="0">
                <a:solidFill>
                  <a:schemeClr val="bg1"/>
                </a:solidFill>
              </a:rPr>
              <a:t>Desktop</a:t>
            </a:r>
          </a:p>
        </p:txBody>
      </p:sp>
      <p:pic>
        <p:nvPicPr>
          <p:cNvPr id="28" name="Graphic 27" descr="User outline">
            <a:extLst>
              <a:ext uri="{FF2B5EF4-FFF2-40B4-BE49-F238E27FC236}">
                <a16:creationId xmlns:a16="http://schemas.microsoft.com/office/drawing/2014/main" id="{AAD07150-C521-4E79-6F76-42361747DE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1570" y="2995480"/>
            <a:ext cx="513080" cy="513080"/>
          </a:xfrm>
          <a:prstGeom prst="rect">
            <a:avLst/>
          </a:prstGeom>
        </p:spPr>
      </p:pic>
      <p:cxnSp>
        <p:nvCxnSpPr>
          <p:cNvPr id="30" name="Straight Arrow Connector 29">
            <a:extLst>
              <a:ext uri="{FF2B5EF4-FFF2-40B4-BE49-F238E27FC236}">
                <a16:creationId xmlns:a16="http://schemas.microsoft.com/office/drawing/2014/main" id="{DF23B473-2A25-9812-B6D3-273ED2A84EC8}"/>
              </a:ext>
            </a:extLst>
          </p:cNvPr>
          <p:cNvCxnSpPr>
            <a:cxnSpLocks/>
          </p:cNvCxnSpPr>
          <p:nvPr/>
        </p:nvCxnSpPr>
        <p:spPr>
          <a:xfrm>
            <a:off x="1016000" y="3311915"/>
            <a:ext cx="54910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0C460B1-EC2E-3390-949C-0723C090C6A5}"/>
              </a:ext>
            </a:extLst>
          </p:cNvPr>
          <p:cNvCxnSpPr>
            <a:cxnSpLocks/>
          </p:cNvCxnSpPr>
          <p:nvPr/>
        </p:nvCxnSpPr>
        <p:spPr>
          <a:xfrm>
            <a:off x="3581400" y="3281190"/>
            <a:ext cx="54910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BC70925-84D2-02A0-9754-CBAF7FA04CFE}"/>
              </a:ext>
            </a:extLst>
          </p:cNvPr>
          <p:cNvCxnSpPr>
            <a:cxnSpLocks/>
            <a:stCxn id="7" idx="3"/>
            <a:endCxn id="8" idx="1"/>
          </p:cNvCxnSpPr>
          <p:nvPr/>
        </p:nvCxnSpPr>
        <p:spPr>
          <a:xfrm flipV="1">
            <a:off x="8610600" y="3311915"/>
            <a:ext cx="508462"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88397ED4-D838-75AC-6CE2-1F8DFE2C4DFA}"/>
              </a:ext>
            </a:extLst>
          </p:cNvPr>
          <p:cNvCxnSpPr>
            <a:cxnSpLocks/>
            <a:endCxn id="15" idx="2"/>
          </p:cNvCxnSpPr>
          <p:nvPr/>
        </p:nvCxnSpPr>
        <p:spPr>
          <a:xfrm rot="5400000" flipH="1" flipV="1">
            <a:off x="6674487" y="2352619"/>
            <a:ext cx="571616" cy="570350"/>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C3872BE-1A8C-B239-1629-8DC3936BE950}"/>
              </a:ext>
            </a:extLst>
          </p:cNvPr>
          <p:cNvCxnSpPr>
            <a:cxnSpLocks/>
          </p:cNvCxnSpPr>
          <p:nvPr/>
        </p:nvCxnSpPr>
        <p:spPr>
          <a:xfrm>
            <a:off x="4947873" y="4663440"/>
            <a:ext cx="0" cy="774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B1472B1-DD39-374F-BE1E-FE94822D4DB6}"/>
              </a:ext>
            </a:extLst>
          </p:cNvPr>
          <p:cNvCxnSpPr>
            <a:cxnSpLocks/>
          </p:cNvCxnSpPr>
          <p:nvPr/>
        </p:nvCxnSpPr>
        <p:spPr>
          <a:xfrm flipH="1" flipV="1">
            <a:off x="688110" y="5437867"/>
            <a:ext cx="4278692" cy="13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7C75150-7788-6B8E-CBF8-7A55A89949DC}"/>
              </a:ext>
            </a:extLst>
          </p:cNvPr>
          <p:cNvCxnSpPr/>
          <p:nvPr/>
        </p:nvCxnSpPr>
        <p:spPr>
          <a:xfrm flipV="1">
            <a:off x="688110" y="3508560"/>
            <a:ext cx="0" cy="194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FB05A866-961E-D198-E92D-04A5CFB735FE}"/>
              </a:ext>
            </a:extLst>
          </p:cNvPr>
          <p:cNvCxnSpPr>
            <a:cxnSpLocks/>
            <a:endCxn id="16" idx="2"/>
          </p:cNvCxnSpPr>
          <p:nvPr/>
        </p:nvCxnSpPr>
        <p:spPr>
          <a:xfrm rot="5400000">
            <a:off x="5408846" y="3746671"/>
            <a:ext cx="602497" cy="527954"/>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75A8DBCA-9FB6-2EF2-25C4-FC04544C1E5B}"/>
              </a:ext>
            </a:extLst>
          </p:cNvPr>
          <p:cNvCxnSpPr>
            <a:cxnSpLocks/>
            <a:endCxn id="21" idx="3"/>
          </p:cNvCxnSpPr>
          <p:nvPr/>
        </p:nvCxnSpPr>
        <p:spPr>
          <a:xfrm rot="16200000" flipV="1">
            <a:off x="5378549" y="2380133"/>
            <a:ext cx="578234" cy="5703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F3FB77F8-D792-E789-020C-97D271160BC5}"/>
              </a:ext>
            </a:extLst>
          </p:cNvPr>
          <p:cNvCxnSpPr>
            <a:cxnSpLocks/>
            <a:endCxn id="18" idx="0"/>
          </p:cNvCxnSpPr>
          <p:nvPr/>
        </p:nvCxnSpPr>
        <p:spPr>
          <a:xfrm rot="16200000" flipH="1">
            <a:off x="6749966" y="3681561"/>
            <a:ext cx="654778" cy="605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451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6A057D43-F8BF-4DAD-A7AD-845A6D5B5A5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3383280" y="365125"/>
            <a:ext cx="7894320" cy="1325563"/>
          </a:xfrm>
        </p:spPr>
        <p:txBody>
          <a:bodyPr/>
          <a:lstStyle/>
          <a:p>
            <a:r>
              <a:rPr lang="en-US" dirty="0"/>
              <a:t>OUR COMPETITION</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sz="quarter" idx="25"/>
          </p:nvPr>
        </p:nvSpPr>
        <p:spPr>
          <a:xfrm>
            <a:off x="3048000" y="1690688"/>
            <a:ext cx="9144000" cy="3886200"/>
          </a:xfrm>
        </p:spPr>
        <p:txBody>
          <a:bodyPr/>
          <a:lstStyle/>
          <a:p>
            <a:r>
              <a:rPr lang="en-ZA" dirty="0"/>
              <a:t>CONTOSO</a:t>
            </a:r>
          </a:p>
        </p:txBody>
      </p:sp>
      <p:sp>
        <p:nvSpPr>
          <p:cNvPr id="10" name="Content Placeholder 9">
            <a:extLst>
              <a:ext uri="{FF2B5EF4-FFF2-40B4-BE49-F238E27FC236}">
                <a16:creationId xmlns:a16="http://schemas.microsoft.com/office/drawing/2014/main" id="{14671EBE-B721-4278-A276-75F44D556D20}"/>
              </a:ext>
            </a:extLst>
          </p:cNvPr>
          <p:cNvSpPr>
            <a:spLocks noGrp="1"/>
          </p:cNvSpPr>
          <p:nvPr>
            <p:ph sz="half" idx="2"/>
          </p:nvPr>
        </p:nvSpPr>
        <p:spPr>
          <a:xfrm>
            <a:off x="3392488" y="2686050"/>
            <a:ext cx="3657600" cy="2743200"/>
          </a:xfrm>
        </p:spPr>
        <p:txBody>
          <a:bodyPr/>
          <a:lstStyle/>
          <a:p>
            <a:r>
              <a:rPr lang="en-ZA" noProof="1"/>
              <a:t>Our product is priced below that of other financial management tools on the market</a:t>
            </a:r>
          </a:p>
          <a:p>
            <a:endParaRPr lang="en-ZA" noProof="1"/>
          </a:p>
          <a:p>
            <a:r>
              <a:rPr lang="en-ZA" noProof="1"/>
              <a:t>Simple and easy to use app and website, compared to the complex tools of the competitors</a:t>
            </a:r>
          </a:p>
          <a:p>
            <a:endParaRPr lang="en-ZA" noProof="1"/>
          </a:p>
          <a:p>
            <a:r>
              <a:rPr lang="en-ZA"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629525" y="1919288"/>
            <a:ext cx="3657600" cy="640080"/>
          </a:xfrm>
        </p:spPr>
        <p:txBody>
          <a:bodyPr/>
          <a:lstStyle/>
          <a:p>
            <a:r>
              <a:rPr lang="en-US" dirty="0"/>
              <a:t>COMPETITORS</a:t>
            </a:r>
          </a:p>
        </p:txBody>
      </p:sp>
      <p:sp>
        <p:nvSpPr>
          <p:cNvPr id="2" name="Content Placeholder 1">
            <a:extLst>
              <a:ext uri="{FF2B5EF4-FFF2-40B4-BE49-F238E27FC236}">
                <a16:creationId xmlns:a16="http://schemas.microsoft.com/office/drawing/2014/main" id="{2972E633-D3D4-4B6D-909F-937FED844C4A}"/>
              </a:ext>
            </a:extLst>
          </p:cNvPr>
          <p:cNvSpPr>
            <a:spLocks noGrp="1"/>
          </p:cNvSpPr>
          <p:nvPr>
            <p:ph sz="quarter" idx="4"/>
          </p:nvPr>
        </p:nvSpPr>
        <p:spPr>
          <a:xfrm>
            <a:off x="7629525" y="2686050"/>
            <a:ext cx="3657600" cy="2743200"/>
          </a:xfrm>
        </p:spPr>
        <p:txBody>
          <a:bodyPr/>
          <a:lstStyle/>
          <a:p>
            <a:r>
              <a:rPr lang="en-ZA" noProof="1"/>
              <a:t>PowerUp</a:t>
            </a:r>
            <a:br>
              <a:rPr lang="en-ZA" noProof="1"/>
            </a:br>
            <a:r>
              <a:rPr lang="en-ZA" noProof="1"/>
              <a:t>Product provide health of the MF portfolio but not the other features</a:t>
            </a:r>
          </a:p>
          <a:p>
            <a:endParaRPr lang="en-ZA" noProof="1"/>
          </a:p>
          <a:p>
            <a:r>
              <a:rPr lang="en-ZA" noProof="1"/>
              <a:t>Dezerv</a:t>
            </a:r>
            <a:br>
              <a:rPr lang="en-ZA" noProof="1"/>
            </a:br>
            <a:r>
              <a:rPr lang="en-ZA" noProof="1"/>
              <a:t>Product provide health of the MF portfolio but not the other features</a:t>
            </a:r>
          </a:p>
          <a:p>
            <a:endParaRPr lang="en-ZA" noProof="1"/>
          </a:p>
          <a:p>
            <a:r>
              <a:rPr lang="en-ZA" noProof="1"/>
              <a:t>Money Control</a:t>
            </a:r>
            <a:br>
              <a:rPr lang="en-ZA" noProof="1"/>
            </a:br>
            <a:r>
              <a:rPr lang="en-ZA" noProof="1"/>
              <a:t>Subscription cost is high</a:t>
            </a:r>
          </a:p>
        </p:txBody>
      </p:sp>
      <p:sp>
        <p:nvSpPr>
          <p:cNvPr id="22" name="Date Placeholder 21">
            <a:extLst>
              <a:ext uri="{FF2B5EF4-FFF2-40B4-BE49-F238E27FC236}">
                <a16:creationId xmlns:a16="http://schemas.microsoft.com/office/drawing/2014/main" id="{0892EE2B-E8C5-4129-9850-04151ED0A218}"/>
              </a:ext>
            </a:extLst>
          </p:cNvPr>
          <p:cNvSpPr>
            <a:spLocks noGrp="1"/>
          </p:cNvSpPr>
          <p:nvPr>
            <p:ph type="dt" sz="half" idx="10"/>
          </p:nvPr>
        </p:nvSpPr>
        <p:spPr>
          <a:xfrm>
            <a:off x="838200" y="6356350"/>
            <a:ext cx="2743200" cy="365125"/>
          </a:xfrm>
        </p:spPr>
        <p:txBody>
          <a:bodyPr/>
          <a:lstStyle/>
          <a:p>
            <a:r>
              <a:rPr lang="en-US" dirty="0"/>
              <a:t>7/14/20XX</a:t>
            </a:r>
          </a:p>
        </p:txBody>
      </p:sp>
      <p:sp>
        <p:nvSpPr>
          <p:cNvPr id="23" name="Footer Placeholder 22">
            <a:extLst>
              <a:ext uri="{FF2B5EF4-FFF2-40B4-BE49-F238E27FC236}">
                <a16:creationId xmlns:a16="http://schemas.microsoft.com/office/drawing/2014/main" id="{B5D1873B-E191-492D-8A88-5BC543251AA4}"/>
              </a:ext>
            </a:extLst>
          </p:cNvPr>
          <p:cNvSpPr>
            <a:spLocks noGrp="1"/>
          </p:cNvSpPr>
          <p:nvPr>
            <p:ph type="ftr" sz="quarter" idx="11"/>
          </p:nvPr>
        </p:nvSpPr>
        <p:spPr>
          <a:xfrm>
            <a:off x="4038600" y="6356350"/>
            <a:ext cx="4114800" cy="365125"/>
          </a:xfrm>
        </p:spPr>
        <p:txBody>
          <a:bodyPr/>
          <a:lstStyle/>
          <a:p>
            <a:r>
              <a:rPr lang="en-US" dirty="0"/>
              <a:t>Pitch deck title</a:t>
            </a:r>
          </a:p>
        </p:txBody>
      </p:sp>
      <p:sp>
        <p:nvSpPr>
          <p:cNvPr id="24" name="Slide Number Placeholder 23">
            <a:extLst>
              <a:ext uri="{FF2B5EF4-FFF2-40B4-BE49-F238E27FC236}">
                <a16:creationId xmlns:a16="http://schemas.microsoft.com/office/drawing/2014/main" id="{4D55AB81-8A4D-4B4A-8B0F-A7407C695E3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dirty="0"/>
          </a:p>
        </p:txBody>
      </p:sp>
      <p:sp>
        <p:nvSpPr>
          <p:cNvPr id="15" name="Rectangle 14">
            <a:extLst>
              <a:ext uri="{FF2B5EF4-FFF2-40B4-BE49-F238E27FC236}">
                <a16:creationId xmlns:a16="http://schemas.microsoft.com/office/drawing/2014/main" id="{09B04A6B-B6E9-40E3-BFCB-8C1C17E0DB0C}"/>
              </a:ext>
              <a:ext uri="{C183D7F6-B498-43B3-948B-1728B52AA6E4}">
                <adec:decorative xmlns:adec="http://schemas.microsoft.com/office/drawing/2017/decorative" val="1"/>
              </a:ext>
            </a:extLst>
          </p:cNvPr>
          <p:cNvSpPr/>
          <p:nvPr/>
        </p:nvSpPr>
        <p:spPr>
          <a:xfrm>
            <a:off x="2817876"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8293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09626" y="104519"/>
            <a:ext cx="10515600" cy="1325563"/>
          </a:xfrm>
        </p:spPr>
        <p:txBody>
          <a:bodyPr/>
          <a:lstStyle/>
          <a:p>
            <a:r>
              <a:rPr lang="en-US" dirty="0"/>
              <a:t>TRACTION</a:t>
            </a:r>
          </a:p>
        </p:txBody>
      </p:sp>
      <p:sp>
        <p:nvSpPr>
          <p:cNvPr id="7" name="Text Placeholder 6">
            <a:extLst>
              <a:ext uri="{FF2B5EF4-FFF2-40B4-BE49-F238E27FC236}">
                <a16:creationId xmlns:a16="http://schemas.microsoft.com/office/drawing/2014/main" id="{AC6715B5-2190-4A3A-B45B-26A2669D1708}"/>
              </a:ext>
            </a:extLst>
          </p:cNvPr>
          <p:cNvSpPr>
            <a:spLocks noGrp="1"/>
          </p:cNvSpPr>
          <p:nvPr>
            <p:ph type="body" idx="1"/>
          </p:nvPr>
        </p:nvSpPr>
        <p:spPr>
          <a:xfrm>
            <a:off x="939537" y="1603102"/>
            <a:ext cx="5157787" cy="365918"/>
          </a:xfrm>
        </p:spPr>
        <p:txBody>
          <a:bodyPr>
            <a:normAutofit/>
          </a:bodyPr>
          <a:lstStyle/>
          <a:p>
            <a:r>
              <a:rPr lang="en-US" dirty="0"/>
              <a:t>Key metrics</a:t>
            </a:r>
          </a:p>
        </p:txBody>
      </p:sp>
      <p:graphicFrame>
        <p:nvGraphicFramePr>
          <p:cNvPr id="11" name="Table 11">
            <a:extLst>
              <a:ext uri="{FF2B5EF4-FFF2-40B4-BE49-F238E27FC236}">
                <a16:creationId xmlns:a16="http://schemas.microsoft.com/office/drawing/2014/main" id="{1CA23F63-61EC-4BE5-8A2D-0A89EBD54F67}"/>
              </a:ext>
            </a:extLst>
          </p:cNvPr>
          <p:cNvGraphicFramePr>
            <a:graphicFrameLocks noGrp="1"/>
          </p:cNvGraphicFramePr>
          <p:nvPr>
            <p:ph sz="half" idx="2"/>
            <p:extLst>
              <p:ext uri="{D42A27DB-BD31-4B8C-83A1-F6EECF244321}">
                <p14:modId xmlns:p14="http://schemas.microsoft.com/office/powerpoint/2010/main" val="258157124"/>
              </p:ext>
            </p:extLst>
          </p:nvPr>
        </p:nvGraphicFramePr>
        <p:xfrm>
          <a:off x="776292" y="1969022"/>
          <a:ext cx="4405308" cy="4066018"/>
        </p:xfrm>
        <a:graphic>
          <a:graphicData uri="http://schemas.openxmlformats.org/drawingml/2006/table">
            <a:tbl>
              <a:tblPr firstRow="1" bandRow="1">
                <a:tableStyleId>{C083E6E3-FA7D-4D7B-A595-EF9225AFEA82}</a:tableStyleId>
              </a:tblPr>
              <a:tblGrid>
                <a:gridCol w="676908">
                  <a:extLst>
                    <a:ext uri="{9D8B030D-6E8A-4147-A177-3AD203B41FA5}">
                      <a16:colId xmlns:a16="http://schemas.microsoft.com/office/drawing/2014/main" val="3233966979"/>
                    </a:ext>
                  </a:extLst>
                </a:gridCol>
                <a:gridCol w="883600">
                  <a:extLst>
                    <a:ext uri="{9D8B030D-6E8A-4147-A177-3AD203B41FA5}">
                      <a16:colId xmlns:a16="http://schemas.microsoft.com/office/drawing/2014/main" val="1158840958"/>
                    </a:ext>
                  </a:extLst>
                </a:gridCol>
                <a:gridCol w="934720">
                  <a:extLst>
                    <a:ext uri="{9D8B030D-6E8A-4147-A177-3AD203B41FA5}">
                      <a16:colId xmlns:a16="http://schemas.microsoft.com/office/drawing/2014/main" val="1014947327"/>
                    </a:ext>
                  </a:extLst>
                </a:gridCol>
                <a:gridCol w="955040">
                  <a:extLst>
                    <a:ext uri="{9D8B030D-6E8A-4147-A177-3AD203B41FA5}">
                      <a16:colId xmlns:a16="http://schemas.microsoft.com/office/drawing/2014/main" val="2653728004"/>
                    </a:ext>
                  </a:extLst>
                </a:gridCol>
                <a:gridCol w="955040">
                  <a:extLst>
                    <a:ext uri="{9D8B030D-6E8A-4147-A177-3AD203B41FA5}">
                      <a16:colId xmlns:a16="http://schemas.microsoft.com/office/drawing/2014/main" val="4218738779"/>
                    </a:ext>
                  </a:extLst>
                </a:gridCol>
              </a:tblGrid>
              <a:tr h="709290">
                <a:tc>
                  <a:txBody>
                    <a:bodyPr/>
                    <a:lstStyle/>
                    <a:p>
                      <a:pPr algn="l"/>
                      <a:r>
                        <a:rPr lang="en-US" sz="1400" b="0" dirty="0"/>
                        <a:t>Year</a:t>
                      </a:r>
                    </a:p>
                  </a:txBody>
                  <a:tcPr/>
                </a:tc>
                <a:tc>
                  <a:txBody>
                    <a:bodyPr/>
                    <a:lstStyle/>
                    <a:p>
                      <a:pPr algn="l"/>
                      <a:r>
                        <a:rPr lang="en-US" sz="1400" b="0" dirty="0"/>
                        <a:t>Retail Investors (Cr)</a:t>
                      </a:r>
                      <a:endParaRPr lang="ru-RU" sz="1400" b="0" dirty="0"/>
                    </a:p>
                  </a:txBody>
                  <a:tcPr marL="95186" marR="95186" marT="47593" marB="47593"/>
                </a:tc>
                <a:tc>
                  <a:txBody>
                    <a:bodyPr/>
                    <a:lstStyle/>
                    <a:p>
                      <a:pPr algn="l"/>
                      <a:r>
                        <a:rPr lang="en-US" sz="1400" b="0" dirty="0"/>
                        <a:t>Retail Growth (%)</a:t>
                      </a:r>
                      <a:endParaRPr lang="ru-RU" sz="1400" b="0" dirty="0"/>
                    </a:p>
                  </a:txBody>
                  <a:tcPr marL="95186" marR="95186" marT="47593" marB="47593"/>
                </a:tc>
                <a:tc>
                  <a:txBody>
                    <a:bodyPr/>
                    <a:lstStyle/>
                    <a:p>
                      <a:pPr algn="l"/>
                      <a:r>
                        <a:rPr lang="en-US" sz="1400" b="0" dirty="0"/>
                        <a:t>Fintech Stock-broker</a:t>
                      </a:r>
                      <a:endParaRPr lang="ru-RU" sz="1400" b="0" dirty="0"/>
                    </a:p>
                  </a:txBody>
                  <a:tcPr marL="95186" marR="95186" marT="47593" marB="47593"/>
                </a:tc>
                <a:tc>
                  <a:txBody>
                    <a:bodyPr/>
                    <a:lstStyle/>
                    <a:p>
                      <a:pPr algn="l"/>
                      <a:r>
                        <a:rPr lang="en-US" sz="1400" b="0" dirty="0"/>
                        <a:t>Broker Growth (%)</a:t>
                      </a:r>
                      <a:endParaRPr lang="ru-RU" sz="1400" b="0" dirty="0"/>
                    </a:p>
                  </a:txBody>
                  <a:tcPr marL="95186" marR="95186" marT="47593" marB="47593"/>
                </a:tc>
                <a:extLst>
                  <a:ext uri="{0D108BD9-81ED-4DB2-BD59-A6C34878D82A}">
                    <a16:rowId xmlns:a16="http://schemas.microsoft.com/office/drawing/2014/main" val="3213590700"/>
                  </a:ext>
                </a:extLst>
              </a:tr>
              <a:tr h="297645">
                <a:tc>
                  <a:txBody>
                    <a:bodyPr/>
                    <a:lstStyle/>
                    <a:p>
                      <a:pPr algn="ctr"/>
                      <a:r>
                        <a:rPr lang="en-US" sz="1400" dirty="0"/>
                        <a:t>2016</a:t>
                      </a:r>
                      <a:endParaRPr lang="ru-RU" sz="1400" dirty="0"/>
                    </a:p>
                  </a:txBody>
                  <a:tcPr anchor="ctr"/>
                </a:tc>
                <a:tc>
                  <a:txBody>
                    <a:bodyPr/>
                    <a:lstStyle/>
                    <a:p>
                      <a:pPr algn="r"/>
                      <a:r>
                        <a:rPr lang="en-US" sz="1400" dirty="0"/>
                        <a:t>1.5</a:t>
                      </a:r>
                      <a:endParaRPr lang="ru-RU" sz="1400" dirty="0"/>
                    </a:p>
                  </a:txBody>
                  <a:tcPr marL="95186" marR="95186" marT="47593" marB="47593" anchor="ctr"/>
                </a:tc>
                <a:tc>
                  <a:txBody>
                    <a:bodyPr/>
                    <a:lstStyle/>
                    <a:p>
                      <a:pPr algn="r"/>
                      <a:endParaRPr lang="ru-RU" sz="1400" dirty="0"/>
                    </a:p>
                  </a:txBody>
                  <a:tcPr marL="95186" marR="95186" marT="47593" marB="47593" anchor="ctr"/>
                </a:tc>
                <a:tc>
                  <a:txBody>
                    <a:bodyPr/>
                    <a:lstStyle/>
                    <a:p>
                      <a:pPr algn="r"/>
                      <a:r>
                        <a:rPr lang="en-IN" sz="1400" dirty="0"/>
                        <a:t>2</a:t>
                      </a:r>
                      <a:endParaRPr lang="ru-RU" sz="1400" dirty="0"/>
                    </a:p>
                  </a:txBody>
                  <a:tcPr marL="95186" marR="95186" marT="47593" marB="47593" anchor="ctr"/>
                </a:tc>
                <a:tc>
                  <a:txBody>
                    <a:bodyPr/>
                    <a:lstStyle/>
                    <a:p>
                      <a:pPr algn="r"/>
                      <a:endParaRPr lang="ru-RU" sz="1400" dirty="0"/>
                    </a:p>
                  </a:txBody>
                  <a:tcPr marL="95186" marR="95186" marT="47593" marB="47593" anchor="ctr"/>
                </a:tc>
                <a:extLst>
                  <a:ext uri="{0D108BD9-81ED-4DB2-BD59-A6C34878D82A}">
                    <a16:rowId xmlns:a16="http://schemas.microsoft.com/office/drawing/2014/main" val="2830826746"/>
                  </a:ext>
                </a:extLst>
              </a:tr>
              <a:tr h="297645">
                <a:tc>
                  <a:txBody>
                    <a:bodyPr/>
                    <a:lstStyle/>
                    <a:p>
                      <a:pPr algn="ctr"/>
                      <a:r>
                        <a:rPr lang="en-US" sz="1400" dirty="0"/>
                        <a:t>2017</a:t>
                      </a:r>
                      <a:endParaRPr lang="ru-RU" sz="1400" dirty="0"/>
                    </a:p>
                  </a:txBody>
                  <a:tcPr anchor="ctr"/>
                </a:tc>
                <a:tc>
                  <a:txBody>
                    <a:bodyPr/>
                    <a:lstStyle/>
                    <a:p>
                      <a:pPr algn="r"/>
                      <a:r>
                        <a:rPr lang="en-US" sz="1400" dirty="0"/>
                        <a:t>2.0</a:t>
                      </a:r>
                      <a:endParaRPr lang="ru-RU" sz="1400" dirty="0"/>
                    </a:p>
                  </a:txBody>
                  <a:tcPr marL="95186" marR="95186" marT="47593" marB="47593" anchor="ctr"/>
                </a:tc>
                <a:tc>
                  <a:txBody>
                    <a:bodyPr/>
                    <a:lstStyle/>
                    <a:p>
                      <a:pPr algn="r"/>
                      <a:r>
                        <a:rPr lang="en-US" sz="1400" dirty="0"/>
                        <a:t>33</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3</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50</a:t>
                      </a:r>
                      <a:endParaRPr lang="ru-RU" sz="1400" dirty="0"/>
                    </a:p>
                  </a:txBody>
                  <a:tcPr marL="95186" marR="95186" marT="47593" marB="47593" anchor="ctr"/>
                </a:tc>
                <a:extLst>
                  <a:ext uri="{0D108BD9-81ED-4DB2-BD59-A6C34878D82A}">
                    <a16:rowId xmlns:a16="http://schemas.microsoft.com/office/drawing/2014/main" val="2517333721"/>
                  </a:ext>
                </a:extLst>
              </a:tr>
              <a:tr h="328292">
                <a:tc>
                  <a:txBody>
                    <a:bodyPr/>
                    <a:lstStyle/>
                    <a:p>
                      <a:pPr algn="ctr"/>
                      <a:r>
                        <a:rPr lang="en-US" sz="1400" dirty="0"/>
                        <a:t>2018</a:t>
                      </a:r>
                      <a:endParaRPr lang="ru-RU" sz="1400" dirty="0"/>
                    </a:p>
                  </a:txBody>
                  <a:tcPr anchor="ctr"/>
                </a:tc>
                <a:tc>
                  <a:txBody>
                    <a:bodyPr/>
                    <a:lstStyle/>
                    <a:p>
                      <a:pPr algn="r"/>
                      <a:r>
                        <a:rPr lang="en-US" sz="1400" dirty="0"/>
                        <a:t>2.8</a:t>
                      </a:r>
                      <a:endParaRPr lang="ru-RU" sz="1400" dirty="0"/>
                    </a:p>
                  </a:txBody>
                  <a:tcPr marL="95186" marR="95186" marT="47593" marB="47593" anchor="ctr"/>
                </a:tc>
                <a:tc>
                  <a:txBody>
                    <a:bodyPr/>
                    <a:lstStyle/>
                    <a:p>
                      <a:pPr algn="r"/>
                      <a:r>
                        <a:rPr lang="en-US" sz="1400" dirty="0"/>
                        <a:t>40</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4</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33</a:t>
                      </a:r>
                      <a:endParaRPr lang="ru-RU" sz="1400" dirty="0"/>
                    </a:p>
                  </a:txBody>
                  <a:tcPr marL="95186" marR="95186" marT="47593" marB="47593" anchor="ctr"/>
                </a:tc>
                <a:extLst>
                  <a:ext uri="{0D108BD9-81ED-4DB2-BD59-A6C34878D82A}">
                    <a16:rowId xmlns:a16="http://schemas.microsoft.com/office/drawing/2014/main" val="3321589815"/>
                  </a:ext>
                </a:extLst>
              </a:tr>
              <a:tr h="297645">
                <a:tc>
                  <a:txBody>
                    <a:bodyPr/>
                    <a:lstStyle/>
                    <a:p>
                      <a:pPr algn="ctr"/>
                      <a:r>
                        <a:rPr lang="en-US" sz="1400" dirty="0"/>
                        <a:t>2019</a:t>
                      </a:r>
                      <a:endParaRPr lang="ru-RU" sz="1400" dirty="0"/>
                    </a:p>
                  </a:txBody>
                  <a:tcPr anchor="ctr"/>
                </a:tc>
                <a:tc>
                  <a:txBody>
                    <a:bodyPr/>
                    <a:lstStyle/>
                    <a:p>
                      <a:pPr algn="r"/>
                      <a:r>
                        <a:rPr lang="en-US" sz="1400" dirty="0"/>
                        <a:t>4.0</a:t>
                      </a:r>
                      <a:endParaRPr lang="ru-RU" sz="1400" dirty="0"/>
                    </a:p>
                  </a:txBody>
                  <a:tcPr marL="95186" marR="95186" marT="47593" marB="47593" anchor="ctr"/>
                </a:tc>
                <a:tc>
                  <a:txBody>
                    <a:bodyPr/>
                    <a:lstStyle/>
                    <a:p>
                      <a:pPr algn="r"/>
                      <a:r>
                        <a:rPr lang="en-US" sz="1400" dirty="0"/>
                        <a:t>43</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5</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25</a:t>
                      </a:r>
                      <a:endParaRPr lang="ru-RU" sz="1400" dirty="0"/>
                    </a:p>
                  </a:txBody>
                  <a:tcPr marL="95186" marR="95186" marT="47593" marB="47593" anchor="ctr"/>
                </a:tc>
                <a:extLst>
                  <a:ext uri="{0D108BD9-81ED-4DB2-BD59-A6C34878D82A}">
                    <a16:rowId xmlns:a16="http://schemas.microsoft.com/office/drawing/2014/main" val="3345832805"/>
                  </a:ext>
                </a:extLst>
              </a:tr>
              <a:tr h="319874">
                <a:tc>
                  <a:txBody>
                    <a:bodyPr/>
                    <a:lstStyle/>
                    <a:p>
                      <a:pPr algn="ctr"/>
                      <a:r>
                        <a:rPr lang="en-IN" sz="1400" dirty="0"/>
                        <a:t>2020</a:t>
                      </a:r>
                      <a:endParaRPr lang="ru-RU" sz="1400" dirty="0"/>
                    </a:p>
                  </a:txBody>
                  <a:tcPr anchor="ctr"/>
                </a:tc>
                <a:tc>
                  <a:txBody>
                    <a:bodyPr/>
                    <a:lstStyle/>
                    <a:p>
                      <a:pPr algn="r"/>
                      <a:r>
                        <a:rPr lang="en-IN" sz="1400" dirty="0"/>
                        <a:t>6.5</a:t>
                      </a:r>
                      <a:endParaRPr lang="ru-RU" sz="1400" dirty="0"/>
                    </a:p>
                  </a:txBody>
                  <a:tcPr marL="95186" marR="95186" marT="47593" marB="47593" anchor="ctr"/>
                </a:tc>
                <a:tc>
                  <a:txBody>
                    <a:bodyPr/>
                    <a:lstStyle/>
                    <a:p>
                      <a:pPr algn="r"/>
                      <a:r>
                        <a:rPr lang="en-IN" sz="1400" dirty="0"/>
                        <a:t>62.5</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8</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60</a:t>
                      </a:r>
                      <a:endParaRPr lang="ru-RU" sz="1400" dirty="0"/>
                    </a:p>
                  </a:txBody>
                  <a:tcPr marL="95186" marR="95186" marT="47593" marB="47593" anchor="ctr"/>
                </a:tc>
                <a:extLst>
                  <a:ext uri="{0D108BD9-81ED-4DB2-BD59-A6C34878D82A}">
                    <a16:rowId xmlns:a16="http://schemas.microsoft.com/office/drawing/2014/main" val="3850060030"/>
                  </a:ext>
                </a:extLst>
              </a:tr>
              <a:tr h="336710">
                <a:tc>
                  <a:txBody>
                    <a:bodyPr/>
                    <a:lstStyle/>
                    <a:p>
                      <a:pPr algn="ctr"/>
                      <a:r>
                        <a:rPr lang="en-IN" sz="1400" dirty="0"/>
                        <a:t>2021</a:t>
                      </a:r>
                      <a:endParaRPr lang="ru-RU" sz="1400" dirty="0"/>
                    </a:p>
                  </a:txBody>
                  <a:tcPr anchor="ctr"/>
                </a:tc>
                <a:tc>
                  <a:txBody>
                    <a:bodyPr/>
                    <a:lstStyle/>
                    <a:p>
                      <a:pPr algn="r"/>
                      <a:r>
                        <a:rPr lang="en-IN" sz="1400" dirty="0"/>
                        <a:t>10.0</a:t>
                      </a:r>
                      <a:endParaRPr lang="ru-RU" sz="1400" dirty="0"/>
                    </a:p>
                  </a:txBody>
                  <a:tcPr marL="95186" marR="95186" marT="47593" marB="47593" anchor="ctr"/>
                </a:tc>
                <a:tc>
                  <a:txBody>
                    <a:bodyPr/>
                    <a:lstStyle/>
                    <a:p>
                      <a:pPr algn="r"/>
                      <a:r>
                        <a:rPr lang="en-IN" sz="1400" dirty="0"/>
                        <a:t>54</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12</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50</a:t>
                      </a:r>
                      <a:endParaRPr lang="ru-RU" sz="1400" dirty="0"/>
                    </a:p>
                  </a:txBody>
                  <a:tcPr marL="95186" marR="95186" marT="47593" marB="47593" anchor="ctr"/>
                </a:tc>
                <a:extLst>
                  <a:ext uri="{0D108BD9-81ED-4DB2-BD59-A6C34878D82A}">
                    <a16:rowId xmlns:a16="http://schemas.microsoft.com/office/drawing/2014/main" val="1326661179"/>
                  </a:ext>
                </a:extLst>
              </a:tr>
              <a:tr h="328292">
                <a:tc>
                  <a:txBody>
                    <a:bodyPr/>
                    <a:lstStyle/>
                    <a:p>
                      <a:pPr algn="ctr"/>
                      <a:r>
                        <a:rPr lang="en-IN" sz="1400" dirty="0"/>
                        <a:t>2022</a:t>
                      </a:r>
                      <a:endParaRPr lang="ru-RU" sz="1400" dirty="0"/>
                    </a:p>
                  </a:txBody>
                  <a:tcPr anchor="ctr"/>
                </a:tc>
                <a:tc>
                  <a:txBody>
                    <a:bodyPr/>
                    <a:lstStyle/>
                    <a:p>
                      <a:pPr algn="r"/>
                      <a:r>
                        <a:rPr lang="en-IN" sz="1400" dirty="0"/>
                        <a:t>12.5</a:t>
                      </a:r>
                      <a:endParaRPr lang="ru-RU" sz="1400" dirty="0"/>
                    </a:p>
                  </a:txBody>
                  <a:tcPr marL="95186" marR="95186" marT="47593" marB="47593" anchor="ctr"/>
                </a:tc>
                <a:tc>
                  <a:txBody>
                    <a:bodyPr/>
                    <a:lstStyle/>
                    <a:p>
                      <a:pPr algn="r"/>
                      <a:r>
                        <a:rPr lang="en-IN" sz="1400" dirty="0"/>
                        <a:t>25</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15</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25</a:t>
                      </a:r>
                      <a:endParaRPr lang="ru-RU" sz="1400" dirty="0"/>
                    </a:p>
                  </a:txBody>
                  <a:tcPr marL="95186" marR="95186" marT="47593" marB="47593" anchor="ctr"/>
                </a:tc>
                <a:extLst>
                  <a:ext uri="{0D108BD9-81ED-4DB2-BD59-A6C34878D82A}">
                    <a16:rowId xmlns:a16="http://schemas.microsoft.com/office/drawing/2014/main" val="460758935"/>
                  </a:ext>
                </a:extLst>
              </a:tr>
              <a:tr h="297645">
                <a:tc>
                  <a:txBody>
                    <a:bodyPr/>
                    <a:lstStyle/>
                    <a:p>
                      <a:pPr algn="ctr"/>
                      <a:r>
                        <a:rPr lang="en-IN" sz="1400" dirty="0"/>
                        <a:t>2023</a:t>
                      </a:r>
                      <a:endParaRPr lang="ru-RU" sz="1400" dirty="0"/>
                    </a:p>
                  </a:txBody>
                  <a:tcPr anchor="ctr"/>
                </a:tc>
                <a:tc>
                  <a:txBody>
                    <a:bodyPr/>
                    <a:lstStyle/>
                    <a:p>
                      <a:pPr algn="r"/>
                      <a:r>
                        <a:rPr lang="en-IN" sz="1400" dirty="0"/>
                        <a:t>15.0</a:t>
                      </a:r>
                      <a:endParaRPr lang="ru-RU" sz="1400" dirty="0"/>
                    </a:p>
                  </a:txBody>
                  <a:tcPr marL="95186" marR="95186" marT="47593" marB="47593" anchor="ctr"/>
                </a:tc>
                <a:tc>
                  <a:txBody>
                    <a:bodyPr/>
                    <a:lstStyle/>
                    <a:p>
                      <a:pPr algn="r"/>
                      <a:r>
                        <a:rPr lang="en-IN" sz="1400" dirty="0"/>
                        <a:t>20</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18</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20</a:t>
                      </a:r>
                      <a:endParaRPr lang="ru-RU" sz="1400" dirty="0"/>
                    </a:p>
                  </a:txBody>
                  <a:tcPr marL="95186" marR="95186" marT="47593" marB="47593" anchor="ctr"/>
                </a:tc>
                <a:extLst>
                  <a:ext uri="{0D108BD9-81ED-4DB2-BD59-A6C34878D82A}">
                    <a16:rowId xmlns:a16="http://schemas.microsoft.com/office/drawing/2014/main" val="465162785"/>
                  </a:ext>
                </a:extLst>
              </a:tr>
              <a:tr h="382518">
                <a:tc>
                  <a:txBody>
                    <a:bodyPr/>
                    <a:lstStyle/>
                    <a:p>
                      <a:pPr algn="ctr"/>
                      <a:r>
                        <a:rPr lang="en-IN" sz="1400" dirty="0"/>
                        <a:t>2024</a:t>
                      </a:r>
                      <a:endParaRPr lang="ru-RU" sz="1400" dirty="0"/>
                    </a:p>
                  </a:txBody>
                  <a:tcPr anchor="ctr"/>
                </a:tc>
                <a:tc>
                  <a:txBody>
                    <a:bodyPr/>
                    <a:lstStyle/>
                    <a:p>
                      <a:pPr algn="r"/>
                      <a:r>
                        <a:rPr lang="en-IN" sz="1400" dirty="0"/>
                        <a:t>19.4</a:t>
                      </a:r>
                      <a:endParaRPr lang="ru-RU" sz="1400" dirty="0"/>
                    </a:p>
                  </a:txBody>
                  <a:tcPr marL="95186" marR="95186" marT="47593" marB="47593" anchor="ctr"/>
                </a:tc>
                <a:tc>
                  <a:txBody>
                    <a:bodyPr/>
                    <a:lstStyle/>
                    <a:p>
                      <a:pPr algn="r"/>
                      <a:r>
                        <a:rPr lang="en-IN" sz="1400" dirty="0"/>
                        <a:t>29</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22</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22</a:t>
                      </a:r>
                      <a:endParaRPr lang="ru-RU" sz="1400" dirty="0"/>
                    </a:p>
                  </a:txBody>
                  <a:tcPr marL="95186" marR="95186" marT="47593" marB="47593" anchor="ctr"/>
                </a:tc>
                <a:extLst>
                  <a:ext uri="{0D108BD9-81ED-4DB2-BD59-A6C34878D82A}">
                    <a16:rowId xmlns:a16="http://schemas.microsoft.com/office/drawing/2014/main" val="2509104809"/>
                  </a:ext>
                </a:extLst>
              </a:tr>
              <a:tr h="400882">
                <a:tc>
                  <a:txBody>
                    <a:bodyPr/>
                    <a:lstStyle/>
                    <a:p>
                      <a:pPr algn="ctr"/>
                      <a:r>
                        <a:rPr lang="en-IN" sz="1400" dirty="0"/>
                        <a:t>2025</a:t>
                      </a:r>
                      <a:endParaRPr lang="ru-RU" sz="1400" dirty="0"/>
                    </a:p>
                  </a:txBody>
                  <a:tcPr anchor="ctr"/>
                </a:tc>
                <a:tc>
                  <a:txBody>
                    <a:bodyPr/>
                    <a:lstStyle/>
                    <a:p>
                      <a:pPr algn="r"/>
                      <a:r>
                        <a:rPr lang="en-IN" sz="1400" dirty="0"/>
                        <a:t>22.0</a:t>
                      </a:r>
                      <a:endParaRPr lang="ru-RU" sz="1400" dirty="0"/>
                    </a:p>
                  </a:txBody>
                  <a:tcPr marL="95186" marR="95186" marT="47593" marB="47593" anchor="ctr"/>
                </a:tc>
                <a:tc>
                  <a:txBody>
                    <a:bodyPr/>
                    <a:lstStyle/>
                    <a:p>
                      <a:pPr algn="r"/>
                      <a:r>
                        <a:rPr lang="en-IN" sz="1400" dirty="0"/>
                        <a:t>13</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25</a:t>
                      </a:r>
                      <a:endParaRPr lang="ru-RU" sz="1400" dirty="0"/>
                    </a:p>
                  </a:txBody>
                  <a:tcPr marL="95186" marR="95186" marT="47593" marB="47593"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400" dirty="0"/>
                        <a:t>14</a:t>
                      </a:r>
                      <a:endParaRPr lang="ru-RU" sz="1400" dirty="0"/>
                    </a:p>
                  </a:txBody>
                  <a:tcPr marL="95186" marR="95186" marT="47593" marB="47593" anchor="ctr"/>
                </a:tc>
                <a:extLst>
                  <a:ext uri="{0D108BD9-81ED-4DB2-BD59-A6C34878D82A}">
                    <a16:rowId xmlns:a16="http://schemas.microsoft.com/office/drawing/2014/main" val="866342579"/>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3"/>
          </p:nvPr>
        </p:nvSpPr>
        <p:spPr>
          <a:xfrm>
            <a:off x="2092960" y="882058"/>
            <a:ext cx="9615966" cy="686601"/>
          </a:xfrm>
        </p:spPr>
        <p:txBody>
          <a:bodyPr anchor="b" anchorCtr="0">
            <a:noAutofit/>
          </a:bodyPr>
          <a:lstStyle/>
          <a:p>
            <a:r>
              <a:rPr lang="en-US" sz="2000" dirty="0">
                <a:latin typeface="+mj-lt"/>
              </a:rPr>
              <a:t>Explosive Growth in Retail Participation &amp; Fintech Adoption</a:t>
            </a:r>
          </a:p>
        </p:txBody>
      </p:sp>
      <p:sp>
        <p:nvSpPr>
          <p:cNvPr id="2" name="Date Placeholder 1">
            <a:extLst>
              <a:ext uri="{FF2B5EF4-FFF2-40B4-BE49-F238E27FC236}">
                <a16:creationId xmlns:a16="http://schemas.microsoft.com/office/drawing/2014/main" id="{0C57D13E-C753-4E0C-B3C1-D6F8A633A031}"/>
              </a:ext>
            </a:extLst>
          </p:cNvPr>
          <p:cNvSpPr>
            <a:spLocks noGrp="1"/>
          </p:cNvSpPr>
          <p:nvPr>
            <p:ph type="dt" sz="half" idx="10"/>
          </p:nvPr>
        </p:nvSpPr>
        <p:spPr>
          <a:xfrm>
            <a:off x="838200" y="6356350"/>
            <a:ext cx="2743200" cy="365125"/>
          </a:xfrm>
        </p:spPr>
        <p:txBody>
          <a:bodyPr/>
          <a:lstStyle/>
          <a:p>
            <a:r>
              <a:rPr lang="en-US" dirty="0"/>
              <a:t>7/14/20XX</a:t>
            </a:r>
          </a:p>
        </p:txBody>
      </p:sp>
      <p:sp>
        <p:nvSpPr>
          <p:cNvPr id="3" name="Footer Placeholder 2">
            <a:extLst>
              <a:ext uri="{FF2B5EF4-FFF2-40B4-BE49-F238E27FC236}">
                <a16:creationId xmlns:a16="http://schemas.microsoft.com/office/drawing/2014/main" id="{3559307B-C100-4B37-A55A-F406AC62DEA3}"/>
              </a:ext>
            </a:extLst>
          </p:cNvPr>
          <p:cNvSpPr>
            <a:spLocks noGrp="1"/>
          </p:cNvSpPr>
          <p:nvPr>
            <p:ph type="ftr" sz="quarter" idx="11"/>
          </p:nvPr>
        </p:nvSpPr>
        <p:spPr>
          <a:xfrm>
            <a:off x="4038600" y="6356350"/>
            <a:ext cx="4114800" cy="365125"/>
          </a:xfrm>
        </p:spPr>
        <p:txBody>
          <a:bodyPr/>
          <a:lstStyle/>
          <a:p>
            <a:r>
              <a:rPr lang="en-US" dirty="0"/>
              <a:t>Pitch deck title</a:t>
            </a:r>
          </a:p>
        </p:txBody>
      </p:sp>
      <p:sp>
        <p:nvSpPr>
          <p:cNvPr id="5" name="Slide Number Placeholder 4">
            <a:extLst>
              <a:ext uri="{FF2B5EF4-FFF2-40B4-BE49-F238E27FC236}">
                <a16:creationId xmlns:a16="http://schemas.microsoft.com/office/drawing/2014/main" id="{4C10E482-BEB9-41AB-AEED-00BF3EC631AB}"/>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graphicFrame>
        <p:nvGraphicFramePr>
          <p:cNvPr id="13" name="Chart 12">
            <a:extLst>
              <a:ext uri="{FF2B5EF4-FFF2-40B4-BE49-F238E27FC236}">
                <a16:creationId xmlns:a16="http://schemas.microsoft.com/office/drawing/2014/main" id="{51B7E09D-E75B-7554-FAFD-BDDE0951B51B}"/>
              </a:ext>
            </a:extLst>
          </p:cNvPr>
          <p:cNvGraphicFramePr/>
          <p:nvPr>
            <p:extLst>
              <p:ext uri="{D42A27DB-BD31-4B8C-83A1-F6EECF244321}">
                <p14:modId xmlns:p14="http://schemas.microsoft.com/office/powerpoint/2010/main" val="2376852451"/>
              </p:ext>
            </p:extLst>
          </p:nvPr>
        </p:nvGraphicFramePr>
        <p:xfrm>
          <a:off x="6031706" y="1568662"/>
          <a:ext cx="5157787" cy="453523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58485767"/>
      </p:ext>
    </p:extLst>
  </p:cSld>
  <p:clrMapOvr>
    <a:masterClrMapping/>
  </p:clrMapOvr>
</p:sld>
</file>

<file path=ppt/theme/theme1.xml><?xml version="1.0" encoding="utf-8"?>
<a:theme xmlns:a="http://schemas.openxmlformats.org/drawingml/2006/main" name="Office Theme">
  <a:themeElements>
    <a:clrScheme name="Custom 83">
      <a:dk1>
        <a:sysClr val="windowText" lastClr="000000"/>
      </a:dk1>
      <a:lt1>
        <a:sysClr val="window" lastClr="FFFFFF"/>
      </a:lt1>
      <a:dk2>
        <a:srgbClr val="44546A"/>
      </a:dk2>
      <a:lt2>
        <a:srgbClr val="E7E6E6"/>
      </a:lt2>
      <a:accent1>
        <a:srgbClr val="024873"/>
      </a:accent1>
      <a:accent2>
        <a:srgbClr val="03658C"/>
      </a:accent2>
      <a:accent3>
        <a:srgbClr val="0388A6"/>
      </a:accent3>
      <a:accent4>
        <a:srgbClr val="04ADBF"/>
      </a:accent4>
      <a:accent5>
        <a:srgbClr val="5B9BD5"/>
      </a:accent5>
      <a:accent6>
        <a:srgbClr val="04D9D9"/>
      </a:accent6>
      <a:hlink>
        <a:srgbClr val="0563C1"/>
      </a:hlink>
      <a:folHlink>
        <a:srgbClr val="954F72"/>
      </a:folHlink>
    </a:clrScheme>
    <a:fontScheme name="Custom 118">
      <a:majorFont>
        <a:latin typeface="Selawik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 pitch deck_Win32_JB_v2.potx" id="{20737546-06B0-4BD7-AC56-F403EF86C0E3}" vid="{1EA85B44-1A53-4BBB-B1B2-A9A21AB62E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FC5A798-286F-493A-A004-3C6C2A6B8B95}">
  <ds:schemaRefs>
    <ds:schemaRef ds:uri="http://schemas.microsoft.com/sharepoint/v3/contenttype/forms"/>
  </ds:schemaRefs>
</ds:datastoreItem>
</file>

<file path=customXml/itemProps2.xml><?xml version="1.0" encoding="utf-8"?>
<ds:datastoreItem xmlns:ds="http://schemas.openxmlformats.org/officeDocument/2006/customXml" ds:itemID="{284AF623-4A95-4652-AF18-74D461A966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BAD7039-4680-4956-9542-B83D9E6314E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{1B6CF924-33DD-4E48-B4B1-08F70933E79E}TF76bfe6bd-a272-44a9-ad3e-da6a599998506a279e03_win32-cff128656382</Template>
  <TotalTime>192</TotalTime>
  <Words>867</Words>
  <Application>Microsoft Office PowerPoint</Application>
  <PresentationFormat>Widescreen</PresentationFormat>
  <Paragraphs>181</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Selawik Semibold</vt:lpstr>
      <vt:lpstr>Source Sans Pro</vt:lpstr>
      <vt:lpstr>Source Sans Pro ExtraLight</vt:lpstr>
      <vt:lpstr>Office Theme</vt:lpstr>
      <vt:lpstr>DhanVichar Mtech Project</vt:lpstr>
      <vt:lpstr>PROBLEM</vt:lpstr>
      <vt:lpstr>SOLUTION</vt:lpstr>
      <vt:lpstr>BUSINESS MODEL</vt:lpstr>
      <vt:lpstr>Problem Statement</vt:lpstr>
      <vt:lpstr>Proposed Solution</vt:lpstr>
      <vt:lpstr>Initial Feature Set </vt:lpstr>
      <vt:lpstr>Data Sources &amp; Input/Output Model</vt:lpstr>
      <vt:lpstr>Roadmap &amp; Expected Milestones</vt:lpstr>
      <vt:lpstr>High Level Design Architecture</vt:lpstr>
      <vt:lpstr>OUR COMPETITION</vt:lpstr>
      <vt:lpstr>TRACTION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 Choudhury</dc:creator>
  <cp:lastModifiedBy>Raj Choudhury</cp:lastModifiedBy>
  <cp:revision>6</cp:revision>
  <dcterms:created xsi:type="dcterms:W3CDTF">2026-02-10T12:48:25Z</dcterms:created>
  <dcterms:modified xsi:type="dcterms:W3CDTF">2026-02-10T16:00:45Z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