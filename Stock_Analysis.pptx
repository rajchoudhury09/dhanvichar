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726CBD-7543-4824-9AC8-DBE393C86BCC}" v="5" dt="2026-02-01T06:46:03.7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vikk Kourav" userId="263e77966287f480" providerId="LiveId" clId="{1D2B14D6-9F91-447E-9AFB-D1C6BD57350E}"/>
    <pc:docChg chg="custSel addSld modSld sldOrd">
      <pc:chgData name="Ritvikk Kourav" userId="263e77966287f480" providerId="LiveId" clId="{1D2B14D6-9F91-447E-9AFB-D1C6BD57350E}" dt="2026-02-01T06:55:00.679" v="728" actId="403"/>
      <pc:docMkLst>
        <pc:docMk/>
      </pc:docMkLst>
      <pc:sldChg chg="modSp mod">
        <pc:chgData name="Ritvikk Kourav" userId="263e77966287f480" providerId="LiveId" clId="{1D2B14D6-9F91-447E-9AFB-D1C6BD57350E}" dt="2026-02-01T06:37:23.925" v="67" actId="20577"/>
        <pc:sldMkLst>
          <pc:docMk/>
          <pc:sldMk cId="2112011527" sldId="256"/>
        </pc:sldMkLst>
        <pc:spChg chg="mod">
          <ac:chgData name="Ritvikk Kourav" userId="263e77966287f480" providerId="LiveId" clId="{1D2B14D6-9F91-447E-9AFB-D1C6BD57350E}" dt="2026-02-01T06:37:01.609" v="25" actId="20577"/>
          <ac:spMkLst>
            <pc:docMk/>
            <pc:sldMk cId="2112011527" sldId="256"/>
            <ac:spMk id="2" creationId="{FDEBAD40-E862-1CAC-D284-59693B9FEE98}"/>
          </ac:spMkLst>
        </pc:spChg>
        <pc:spChg chg="mod">
          <ac:chgData name="Ritvikk Kourav" userId="263e77966287f480" providerId="LiveId" clId="{1D2B14D6-9F91-447E-9AFB-D1C6BD57350E}" dt="2026-02-01T06:37:23.925" v="67" actId="20577"/>
          <ac:spMkLst>
            <pc:docMk/>
            <pc:sldMk cId="2112011527" sldId="256"/>
            <ac:spMk id="3" creationId="{4907EF64-CED4-1E37-9C12-7D21FDB94FFE}"/>
          </ac:spMkLst>
        </pc:spChg>
      </pc:sldChg>
      <pc:sldChg chg="delSp modSp new mod">
        <pc:chgData name="Ritvikk Kourav" userId="263e77966287f480" providerId="LiveId" clId="{1D2B14D6-9F91-447E-9AFB-D1C6BD57350E}" dt="2026-02-01T06:43:54.993" v="119" actId="20577"/>
        <pc:sldMkLst>
          <pc:docMk/>
          <pc:sldMk cId="4194401044" sldId="257"/>
        </pc:sldMkLst>
        <pc:spChg chg="del">
          <ac:chgData name="Ritvikk Kourav" userId="263e77966287f480" providerId="LiveId" clId="{1D2B14D6-9F91-447E-9AFB-D1C6BD57350E}" dt="2026-02-01T06:37:42.851" v="69" actId="478"/>
          <ac:spMkLst>
            <pc:docMk/>
            <pc:sldMk cId="4194401044" sldId="257"/>
            <ac:spMk id="2" creationId="{F1F14C60-FF12-D6F1-EAE7-B94B45919406}"/>
          </ac:spMkLst>
        </pc:spChg>
        <pc:spChg chg="mod">
          <ac:chgData name="Ritvikk Kourav" userId="263e77966287f480" providerId="LiveId" clId="{1D2B14D6-9F91-447E-9AFB-D1C6BD57350E}" dt="2026-02-01T06:43:54.993" v="119" actId="20577"/>
          <ac:spMkLst>
            <pc:docMk/>
            <pc:sldMk cId="4194401044" sldId="257"/>
            <ac:spMk id="3" creationId="{575C127E-2328-2C3C-E21D-BF19C5C2F88B}"/>
          </ac:spMkLst>
        </pc:spChg>
      </pc:sldChg>
      <pc:sldChg chg="addSp delSp modSp new mod">
        <pc:chgData name="Ritvikk Kourav" userId="263e77966287f480" providerId="LiveId" clId="{1D2B14D6-9F91-447E-9AFB-D1C6BD57350E}" dt="2026-02-01T06:55:00.679" v="728" actId="403"/>
        <pc:sldMkLst>
          <pc:docMk/>
          <pc:sldMk cId="3118658634" sldId="258"/>
        </pc:sldMkLst>
        <pc:spChg chg="mod">
          <ac:chgData name="Ritvikk Kourav" userId="263e77966287f480" providerId="LiveId" clId="{1D2B14D6-9F91-447E-9AFB-D1C6BD57350E}" dt="2026-02-01T06:51:26.542" v="671" actId="207"/>
          <ac:spMkLst>
            <pc:docMk/>
            <pc:sldMk cId="3118658634" sldId="258"/>
            <ac:spMk id="2" creationId="{40708262-B499-4CD8-5581-E5F677C185FA}"/>
          </ac:spMkLst>
        </pc:spChg>
        <pc:spChg chg="mod">
          <ac:chgData name="Ritvikk Kourav" userId="263e77966287f480" providerId="LiveId" clId="{1D2B14D6-9F91-447E-9AFB-D1C6BD57350E}" dt="2026-02-01T06:55:00.679" v="728" actId="403"/>
          <ac:spMkLst>
            <pc:docMk/>
            <pc:sldMk cId="3118658634" sldId="258"/>
            <ac:spMk id="3" creationId="{FAC8A921-7CAB-293B-ED17-8B31CBF8FF5C}"/>
          </ac:spMkLst>
        </pc:spChg>
        <pc:spChg chg="del mod">
          <ac:chgData name="Ritvikk Kourav" userId="263e77966287f480" providerId="LiveId" clId="{1D2B14D6-9F91-447E-9AFB-D1C6BD57350E}" dt="2026-02-01T06:38:28.877" v="90" actId="478"/>
          <ac:spMkLst>
            <pc:docMk/>
            <pc:sldMk cId="3118658634" sldId="258"/>
            <ac:spMk id="4" creationId="{C576DCF7-A0A6-55D2-6F3B-CDB2E99A7488}"/>
          </ac:spMkLst>
        </pc:spChg>
        <pc:spChg chg="add del mod">
          <ac:chgData name="Ritvikk Kourav" userId="263e77966287f480" providerId="LiveId" clId="{1D2B14D6-9F91-447E-9AFB-D1C6BD57350E}" dt="2026-02-01T06:38:33.332" v="91" actId="478"/>
          <ac:spMkLst>
            <pc:docMk/>
            <pc:sldMk cId="3118658634" sldId="258"/>
            <ac:spMk id="6" creationId="{2BBA6A8B-6866-9C4E-9779-E46E1FC821FB}"/>
          </ac:spMkLst>
        </pc:spChg>
        <pc:spChg chg="add mod">
          <ac:chgData name="Ritvikk Kourav" userId="263e77966287f480" providerId="LiveId" clId="{1D2B14D6-9F91-447E-9AFB-D1C6BD57350E}" dt="2026-02-01T06:51:32.166" v="672" actId="207"/>
          <ac:spMkLst>
            <pc:docMk/>
            <pc:sldMk cId="3118658634" sldId="258"/>
            <ac:spMk id="7" creationId="{71564453-40EE-7581-734A-0DF254E48BBA}"/>
          </ac:spMkLst>
        </pc:spChg>
        <pc:spChg chg="add mod">
          <ac:chgData name="Ritvikk Kourav" userId="263e77966287f480" providerId="LiveId" clId="{1D2B14D6-9F91-447E-9AFB-D1C6BD57350E}" dt="2026-02-01T06:54:26.772" v="706" actId="403"/>
          <ac:spMkLst>
            <pc:docMk/>
            <pc:sldMk cId="3118658634" sldId="258"/>
            <ac:spMk id="8" creationId="{B86B87F1-AF7A-D58F-316A-5A2115DCD5D7}"/>
          </ac:spMkLst>
        </pc:spChg>
      </pc:sldChg>
      <pc:sldChg chg="modSp add mod ord">
        <pc:chgData name="Ritvikk Kourav" userId="263e77966287f480" providerId="LiveId" clId="{1D2B14D6-9F91-447E-9AFB-D1C6BD57350E}" dt="2026-02-01T06:53:51.608" v="699" actId="20577"/>
        <pc:sldMkLst>
          <pc:docMk/>
          <pc:sldMk cId="2835396843" sldId="259"/>
        </pc:sldMkLst>
        <pc:spChg chg="mod">
          <ac:chgData name="Ritvikk Kourav" userId="263e77966287f480" providerId="LiveId" clId="{1D2B14D6-9F91-447E-9AFB-D1C6BD57350E}" dt="2026-02-01T06:53:51.608" v="699" actId="20577"/>
          <ac:spMkLst>
            <pc:docMk/>
            <pc:sldMk cId="2835396843" sldId="259"/>
            <ac:spMk id="3" creationId="{7C85E0E9-8BEA-AFA8-FE55-095AF36501F2}"/>
          </ac:spMkLst>
        </pc:spChg>
      </pc:sldChg>
      <pc:sldChg chg="modSp add mod">
        <pc:chgData name="Ritvikk Kourav" userId="263e77966287f480" providerId="LiveId" clId="{1D2B14D6-9F91-447E-9AFB-D1C6BD57350E}" dt="2026-02-01T06:54:51.414" v="726" actId="20577"/>
        <pc:sldMkLst>
          <pc:docMk/>
          <pc:sldMk cId="1991050745" sldId="260"/>
        </pc:sldMkLst>
        <pc:spChg chg="mod">
          <ac:chgData name="Ritvikk Kourav" userId="263e77966287f480" providerId="LiveId" clId="{1D2B14D6-9F91-447E-9AFB-D1C6BD57350E}" dt="2026-02-01T06:54:51.414" v="726" actId="20577"/>
          <ac:spMkLst>
            <pc:docMk/>
            <pc:sldMk cId="1991050745" sldId="260"/>
            <ac:spMk id="3" creationId="{D8B6D920-CC3E-A489-7840-4635A415E4C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0355BD-BA1D-43EF-89B1-5F365954FAC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5A846-5C28-4AEC-AA35-30B4899AC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45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5A846-5C28-4AEC-AA35-30B4899AC3B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589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CB11-E731-4572-906A-4A848EA1479F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4DC-A5AC-453D-9062-51654522E46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415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CB11-E731-4572-906A-4A848EA1479F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4DC-A5AC-453D-9062-51654522E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298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CB11-E731-4572-906A-4A848EA1479F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4DC-A5AC-453D-9062-51654522E46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498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CB11-E731-4572-906A-4A848EA1479F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4DC-A5AC-453D-9062-51654522E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357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CB11-E731-4572-906A-4A848EA1479F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4DC-A5AC-453D-9062-51654522E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844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CB11-E731-4572-906A-4A848EA1479F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4DC-A5AC-453D-9062-51654522E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899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CB11-E731-4572-906A-4A848EA1479F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4DC-A5AC-453D-9062-51654522E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020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106CB11-E731-4572-906A-4A848EA1479F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811E4DC-A5AC-453D-9062-51654522E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024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CB11-E731-4572-906A-4A848EA1479F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4DC-A5AC-453D-9062-51654522E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442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CB11-E731-4572-906A-4A848EA1479F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4DC-A5AC-453D-9062-51654522E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370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CB11-E731-4572-906A-4A848EA1479F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4DC-A5AC-453D-9062-51654522E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32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106CB11-E731-4572-906A-4A848EA1479F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811E4DC-A5AC-453D-9062-51654522E469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037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AD40-E862-1CAC-D284-59693B9FEE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Stock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7EF64-CED4-1E37-9C12-7D21FDB94F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Presenter – Raj C</a:t>
            </a:r>
          </a:p>
        </p:txBody>
      </p:sp>
    </p:spTree>
    <p:extLst>
      <p:ext uri="{BB962C8B-B14F-4D97-AF65-F5344CB8AC3E}">
        <p14:creationId xmlns:p14="http://schemas.microsoft.com/office/powerpoint/2010/main" val="2112011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5C127E-2328-2C3C-E21D-BF19C5C2F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303" y="208085"/>
            <a:ext cx="10058400" cy="676818"/>
          </a:xfrm>
        </p:spPr>
        <p:txBody>
          <a:bodyPr/>
          <a:lstStyle/>
          <a:p>
            <a:r>
              <a:rPr lang="en-IN" dirty="0"/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4194401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08262-B499-4CD8-5581-E5F677C18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94359"/>
            <a:ext cx="3588773" cy="2286000"/>
          </a:xfrm>
          <a:ln w="28575">
            <a:solidFill>
              <a:schemeClr val="tx2"/>
            </a:solidFill>
          </a:ln>
        </p:spPr>
        <p:txBody>
          <a:bodyPr vert="vert270" anchor="t"/>
          <a:lstStyle/>
          <a:p>
            <a:r>
              <a:rPr lang="en-IN" dirty="0"/>
              <a:t>      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8A921-7CAB-293B-ED17-8B31CBF8F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5972" y="594360"/>
            <a:ext cx="7772402" cy="2286000"/>
          </a:xfrm>
        </p:spPr>
        <p:txBody>
          <a:bodyPr/>
          <a:lstStyle/>
          <a:p>
            <a:r>
              <a:rPr lang="en-IN" dirty="0"/>
              <a:t>1. Login by User in the Application</a:t>
            </a:r>
          </a:p>
          <a:p>
            <a:pPr lvl="2"/>
            <a:r>
              <a:rPr lang="en-IN" sz="1600" dirty="0"/>
              <a:t>User ID and Password as Basic Auth</a:t>
            </a:r>
          </a:p>
          <a:p>
            <a:pPr lvl="2"/>
            <a:r>
              <a:rPr lang="en-IN" sz="1600" dirty="0"/>
              <a:t>Mobile Num and Pin </a:t>
            </a:r>
          </a:p>
          <a:p>
            <a:r>
              <a:rPr lang="en-IN" dirty="0"/>
              <a:t>2. Company name or MF name in Search Tab </a:t>
            </a:r>
          </a:p>
          <a:p>
            <a:pPr marL="201168" lvl="1" indent="0">
              <a:buNone/>
            </a:pPr>
            <a:r>
              <a:rPr lang="en-IN" dirty="0"/>
              <a:t> </a:t>
            </a:r>
          </a:p>
          <a:p>
            <a:pPr marL="201168" lvl="1" indent="0">
              <a:buNone/>
            </a:pPr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1564453-40EE-7581-734A-0DF254E48BBA}"/>
              </a:ext>
            </a:extLst>
          </p:cNvPr>
          <p:cNvSpPr txBox="1">
            <a:spLocks/>
          </p:cNvSpPr>
          <p:nvPr/>
        </p:nvSpPr>
        <p:spPr>
          <a:xfrm>
            <a:off x="457200" y="2880359"/>
            <a:ext cx="3588773" cy="2286000"/>
          </a:xfrm>
          <a:prstGeom prst="rect">
            <a:avLst/>
          </a:prstGeom>
          <a:ln w="28575">
            <a:solidFill>
              <a:schemeClr val="tx2"/>
            </a:solidFill>
          </a:ln>
        </p:spPr>
        <p:txBody>
          <a:bodyPr vert="vert270" lIns="91440" tIns="45720" rIns="91440" bIns="45720" rtlCol="0" anchor="t">
            <a:normAutofit/>
          </a:bodyPr>
          <a:lstStyle>
            <a:lvl1pPr defTabSz="914400">
              <a:lnSpc>
                <a:spcPct val="85000"/>
              </a:lnSpc>
              <a:spcBef>
                <a:spcPct val="0"/>
              </a:spcBef>
              <a:buNone/>
              <a:defRPr sz="3600" b="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     </a:t>
            </a:r>
            <a:r>
              <a:rPr lang="en-IN" dirty="0">
                <a:solidFill>
                  <a:srgbClr val="00B050"/>
                </a:solidFill>
              </a:rPr>
              <a:t>Output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86B87F1-AF7A-D58F-316A-5A2115DCD5D7}"/>
              </a:ext>
            </a:extLst>
          </p:cNvPr>
          <p:cNvSpPr txBox="1">
            <a:spLocks/>
          </p:cNvSpPr>
          <p:nvPr/>
        </p:nvSpPr>
        <p:spPr>
          <a:xfrm>
            <a:off x="4045973" y="2880359"/>
            <a:ext cx="7855976" cy="2286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1. Company or MF -</a:t>
            </a:r>
          </a:p>
          <a:p>
            <a:pPr lvl="2"/>
            <a:r>
              <a:rPr lang="en-IN" sz="1600" dirty="0"/>
              <a:t>Current Trading Price</a:t>
            </a:r>
          </a:p>
          <a:p>
            <a:pPr lvl="2"/>
            <a:r>
              <a:rPr lang="en-IN" sz="1600" dirty="0"/>
              <a:t>52 Week High or 52 Week Low</a:t>
            </a:r>
          </a:p>
          <a:p>
            <a:pPr lvl="2"/>
            <a:r>
              <a:rPr lang="en-IN" sz="1600" dirty="0"/>
              <a:t>Trend Chart Analysis</a:t>
            </a:r>
          </a:p>
          <a:p>
            <a:pPr lvl="2"/>
            <a:r>
              <a:rPr lang="en-IN" sz="1600" dirty="0"/>
              <a:t>Positive or Negative Metrics</a:t>
            </a:r>
          </a:p>
          <a:p>
            <a:pPr lvl="2"/>
            <a:r>
              <a:rPr lang="en-IN" sz="1600" dirty="0"/>
              <a:t>Analytics Reviews for Buying or Selling Recommendation</a:t>
            </a:r>
          </a:p>
          <a:p>
            <a:endParaRPr lang="en-IN" dirty="0"/>
          </a:p>
          <a:p>
            <a:pPr marL="201168" lvl="1" indent="0">
              <a:buFont typeface="Calibri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658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7D650-5CB5-F99F-39C1-B7E840690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85E0E9-8BEA-AFA8-FE55-095AF3650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303" y="208085"/>
            <a:ext cx="10058400" cy="676818"/>
          </a:xfrm>
        </p:spPr>
        <p:txBody>
          <a:bodyPr/>
          <a:lstStyle/>
          <a:p>
            <a:r>
              <a:rPr lang="en-IN" dirty="0"/>
              <a:t>Architecture </a:t>
            </a:r>
          </a:p>
        </p:txBody>
      </p:sp>
    </p:spTree>
    <p:extLst>
      <p:ext uri="{BB962C8B-B14F-4D97-AF65-F5344CB8AC3E}">
        <p14:creationId xmlns:p14="http://schemas.microsoft.com/office/powerpoint/2010/main" val="2835396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5D1F6-6A00-6F75-A223-9823CB3EA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B6D920-CC3E-A489-7840-4635A415E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303" y="208085"/>
            <a:ext cx="10058400" cy="676818"/>
          </a:xfrm>
        </p:spPr>
        <p:txBody>
          <a:bodyPr/>
          <a:lstStyle/>
          <a:p>
            <a:r>
              <a:rPr lang="en-IN" dirty="0"/>
              <a:t>Market Analysis </a:t>
            </a:r>
          </a:p>
        </p:txBody>
      </p:sp>
    </p:spTree>
    <p:extLst>
      <p:ext uri="{BB962C8B-B14F-4D97-AF65-F5344CB8AC3E}">
        <p14:creationId xmlns:p14="http://schemas.microsoft.com/office/powerpoint/2010/main" val="199105074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1114</TotalTime>
  <Words>75</Words>
  <Application>Microsoft Office PowerPoint</Application>
  <PresentationFormat>Widescreen</PresentationFormat>
  <Paragraphs>19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Retrospect</vt:lpstr>
      <vt:lpstr>Stock Analysis</vt:lpstr>
      <vt:lpstr>PowerPoint Presentation</vt:lpstr>
      <vt:lpstr>       Input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Ritvikk Kourav</dc:creator>
  <cp:lastModifiedBy>Ritvikk Kourav</cp:lastModifiedBy>
  <cp:revision>1</cp:revision>
  <dcterms:created xsi:type="dcterms:W3CDTF">2026-01-31T12:21:00Z</dcterms:created>
  <dcterms:modified xsi:type="dcterms:W3CDTF">2026-02-01T06:55:19Z</dcterms:modified>
</cp:coreProperties>
</file>